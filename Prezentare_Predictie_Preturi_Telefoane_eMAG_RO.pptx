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9" r:id="rId1"/>
  </p:sldMasterIdLst>
  <p:handoutMasterIdLst>
    <p:handoutMasterId r:id="rId12"/>
  </p:handoutMasterIdLst>
  <p:sldIdLst>
    <p:sldId id="256" r:id="rId2"/>
    <p:sldId id="257" r:id="rId3"/>
    <p:sldId id="258" r:id="rId4"/>
    <p:sldId id="264" r:id="rId5"/>
    <p:sldId id="259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66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2299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250792-E3B0-4A38-8032-125C9EA040AF}" type="doc">
      <dgm:prSet loTypeId="urn:microsoft.com/office/officeart/2005/8/layout/hProcess9" loCatId="process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488752F4-330F-4DE5-A841-8C21C6C3C7F3}">
      <dgm:prSet/>
      <dgm:spPr/>
      <dgm:t>
        <a:bodyPr/>
        <a:lstStyle/>
        <a:p>
          <a:r>
            <a:rPr lang="fr-BE" dirty="0"/>
            <a:t>🎯 </a:t>
          </a:r>
          <a:r>
            <a:rPr lang="fr-BE" dirty="0" err="1"/>
            <a:t>Obiectiv</a:t>
          </a:r>
          <a:r>
            <a:rPr lang="fr-BE" dirty="0"/>
            <a:t>: </a:t>
          </a:r>
          <a:r>
            <a:rPr lang="fr-BE" dirty="0" err="1"/>
            <a:t>Construirea</a:t>
          </a:r>
          <a:r>
            <a:rPr lang="fr-BE" dirty="0"/>
            <a:t> </a:t>
          </a:r>
          <a:r>
            <a:rPr lang="fr-BE" dirty="0" err="1"/>
            <a:t>unui</a:t>
          </a:r>
          <a:r>
            <a:rPr lang="fr-BE" dirty="0"/>
            <a:t> model </a:t>
          </a:r>
          <a:r>
            <a:rPr lang="fr-BE" dirty="0" err="1"/>
            <a:t>predictiv</a:t>
          </a:r>
          <a:r>
            <a:rPr lang="fr-BE" dirty="0"/>
            <a:t> </a:t>
          </a:r>
          <a:r>
            <a:rPr lang="fr-BE" dirty="0" err="1"/>
            <a:t>capabil</a:t>
          </a:r>
          <a:r>
            <a:rPr lang="fr-BE" dirty="0"/>
            <a:t> </a:t>
          </a:r>
          <a:r>
            <a:rPr lang="fr-BE" dirty="0" err="1"/>
            <a:t>să</a:t>
          </a:r>
          <a:r>
            <a:rPr lang="fr-BE" dirty="0"/>
            <a:t> </a:t>
          </a:r>
          <a:r>
            <a:rPr lang="fr-BE" dirty="0" err="1"/>
            <a:t>estimeze</a:t>
          </a:r>
          <a:r>
            <a:rPr lang="fr-BE" dirty="0"/>
            <a:t> </a:t>
          </a:r>
          <a:r>
            <a:rPr lang="fr-BE" dirty="0" err="1"/>
            <a:t>prețul</a:t>
          </a:r>
          <a:r>
            <a:rPr lang="fr-BE" dirty="0"/>
            <a:t> </a:t>
          </a:r>
          <a:r>
            <a:rPr lang="fr-BE" dirty="0" err="1"/>
            <a:t>unui</a:t>
          </a:r>
          <a:r>
            <a:rPr lang="fr-BE" dirty="0"/>
            <a:t> smartphone </a:t>
          </a:r>
          <a:r>
            <a:rPr lang="fr-BE" dirty="0" err="1"/>
            <a:t>în</a:t>
          </a:r>
          <a:r>
            <a:rPr lang="fr-BE" dirty="0"/>
            <a:t> </a:t>
          </a:r>
          <a:r>
            <a:rPr lang="fr-BE" dirty="0" err="1"/>
            <a:t>funcție</a:t>
          </a:r>
          <a:r>
            <a:rPr lang="fr-BE" dirty="0"/>
            <a:t> de </a:t>
          </a:r>
          <a:r>
            <a:rPr lang="fr-BE" dirty="0" err="1"/>
            <a:t>caracteristicile</a:t>
          </a:r>
          <a:r>
            <a:rPr lang="fr-BE" dirty="0"/>
            <a:t> sale </a:t>
          </a:r>
          <a:r>
            <a:rPr lang="fr-BE" dirty="0" err="1"/>
            <a:t>tehnice</a:t>
          </a:r>
          <a:r>
            <a:rPr lang="fr-BE" dirty="0"/>
            <a:t> </a:t>
          </a:r>
          <a:r>
            <a:rPr lang="fr-BE" dirty="0" err="1"/>
            <a:t>și</a:t>
          </a:r>
          <a:r>
            <a:rPr lang="fr-BE" dirty="0"/>
            <a:t> de </a:t>
          </a:r>
          <a:r>
            <a:rPr lang="fr-BE" dirty="0" err="1"/>
            <a:t>marcă</a:t>
          </a:r>
          <a:r>
            <a:rPr lang="fr-BE" dirty="0"/>
            <a:t>.</a:t>
          </a:r>
        </a:p>
      </dgm:t>
    </dgm:pt>
    <dgm:pt modelId="{E798FD36-C01F-4B98-A30C-AD5123C950A7}" type="parTrans" cxnId="{7CBF13DA-94B7-4457-BE7E-8F060DF6490A}">
      <dgm:prSet/>
      <dgm:spPr/>
      <dgm:t>
        <a:bodyPr/>
        <a:lstStyle/>
        <a:p>
          <a:endParaRPr lang="fr-BE"/>
        </a:p>
      </dgm:t>
    </dgm:pt>
    <dgm:pt modelId="{4D3BACB7-631F-4829-8F4C-01106A01D677}" type="sibTrans" cxnId="{7CBF13DA-94B7-4457-BE7E-8F060DF6490A}">
      <dgm:prSet/>
      <dgm:spPr/>
      <dgm:t>
        <a:bodyPr/>
        <a:lstStyle/>
        <a:p>
          <a:endParaRPr lang="fr-BE"/>
        </a:p>
      </dgm:t>
    </dgm:pt>
    <dgm:pt modelId="{C91DFCE8-399E-45E3-B74B-7743827B6CE9}">
      <dgm:prSet/>
      <dgm:spPr/>
      <dgm:t>
        <a:bodyPr/>
        <a:lstStyle/>
        <a:p>
          <a:r>
            <a:rPr lang="fr-BE" dirty="0"/>
            <a:t>💡 </a:t>
          </a:r>
          <a:r>
            <a:rPr lang="fr-BE" dirty="0" err="1"/>
            <a:t>Motivație</a:t>
          </a:r>
          <a:r>
            <a:rPr lang="fr-BE" dirty="0"/>
            <a:t>: </a:t>
          </a:r>
          <a:r>
            <a:rPr lang="fr-BE" dirty="0" err="1"/>
            <a:t>Oferirea</a:t>
          </a:r>
          <a:r>
            <a:rPr lang="fr-BE" dirty="0"/>
            <a:t> </a:t>
          </a:r>
          <a:r>
            <a:rPr lang="fr-BE" dirty="0" err="1"/>
            <a:t>unui</a:t>
          </a:r>
          <a:r>
            <a:rPr lang="fr-BE" dirty="0"/>
            <a:t> instrument de </a:t>
          </a:r>
          <a:r>
            <a:rPr lang="fr-BE" dirty="0" err="1"/>
            <a:t>suport</a:t>
          </a:r>
          <a:r>
            <a:rPr lang="fr-BE" dirty="0"/>
            <a:t> </a:t>
          </a:r>
          <a:r>
            <a:rPr lang="fr-BE" dirty="0" err="1"/>
            <a:t>pentru</a:t>
          </a:r>
          <a:r>
            <a:rPr lang="fr-BE" dirty="0"/>
            <a:t> </a:t>
          </a:r>
          <a:r>
            <a:rPr lang="fr-BE" dirty="0" err="1"/>
            <a:t>luarea</a:t>
          </a:r>
          <a:r>
            <a:rPr lang="fr-BE" dirty="0"/>
            <a:t> </a:t>
          </a:r>
          <a:r>
            <a:rPr lang="fr-BE" dirty="0" err="1"/>
            <a:t>deciziilor</a:t>
          </a:r>
          <a:r>
            <a:rPr lang="fr-BE" dirty="0"/>
            <a:t> </a:t>
          </a:r>
          <a:r>
            <a:rPr lang="fr-BE" dirty="0" err="1"/>
            <a:t>în</a:t>
          </a:r>
          <a:r>
            <a:rPr lang="fr-BE" dirty="0"/>
            <a:t> </a:t>
          </a:r>
          <a:r>
            <a:rPr lang="fr-BE" dirty="0" err="1"/>
            <a:t>procesul</a:t>
          </a:r>
          <a:r>
            <a:rPr lang="fr-BE" dirty="0"/>
            <a:t> de </a:t>
          </a:r>
          <a:r>
            <a:rPr lang="fr-BE" dirty="0" err="1"/>
            <a:t>achiziție</a:t>
          </a:r>
          <a:r>
            <a:rPr lang="fr-BE" dirty="0"/>
            <a:t> </a:t>
          </a:r>
          <a:r>
            <a:rPr lang="fr-BE" dirty="0" err="1"/>
            <a:t>și</a:t>
          </a:r>
          <a:r>
            <a:rPr lang="fr-BE" dirty="0"/>
            <a:t> </a:t>
          </a:r>
          <a:r>
            <a:rPr lang="fr-BE" dirty="0" err="1"/>
            <a:t>stabilire</a:t>
          </a:r>
          <a:r>
            <a:rPr lang="fr-BE" dirty="0"/>
            <a:t> a </a:t>
          </a:r>
          <a:r>
            <a:rPr lang="fr-BE" dirty="0" err="1"/>
            <a:t>prețurilor</a:t>
          </a:r>
          <a:r>
            <a:rPr lang="fr-BE" dirty="0"/>
            <a:t>.</a:t>
          </a:r>
        </a:p>
      </dgm:t>
    </dgm:pt>
    <dgm:pt modelId="{3244E1DB-4172-4092-B124-B76C78D49623}" type="parTrans" cxnId="{44BF176F-13B3-4D4C-942E-CB3AC4C91D2B}">
      <dgm:prSet/>
      <dgm:spPr/>
      <dgm:t>
        <a:bodyPr/>
        <a:lstStyle/>
        <a:p>
          <a:endParaRPr lang="fr-BE"/>
        </a:p>
      </dgm:t>
    </dgm:pt>
    <dgm:pt modelId="{249FE593-1F95-472D-9EAA-14D276064EF2}" type="sibTrans" cxnId="{44BF176F-13B3-4D4C-942E-CB3AC4C91D2B}">
      <dgm:prSet/>
      <dgm:spPr/>
      <dgm:t>
        <a:bodyPr/>
        <a:lstStyle/>
        <a:p>
          <a:endParaRPr lang="fr-BE"/>
        </a:p>
      </dgm:t>
    </dgm:pt>
    <dgm:pt modelId="{F9523848-F95C-40FC-BB60-1456AA81888F}">
      <dgm:prSet custT="1"/>
      <dgm:spPr/>
      <dgm:t>
        <a:bodyPr/>
        <a:lstStyle/>
        <a:p>
          <a:pPr algn="ctr"/>
          <a:r>
            <a:rPr lang="fr-BE" sz="1800" dirty="0"/>
            <a:t>🌐 </a:t>
          </a:r>
          <a:r>
            <a:rPr lang="fr-BE" sz="1800" dirty="0" err="1"/>
            <a:t>Domeniu</a:t>
          </a:r>
          <a:r>
            <a:rPr lang="fr-BE" sz="1800" dirty="0"/>
            <a:t>: </a:t>
          </a:r>
          <a:r>
            <a:rPr lang="fr-BE" sz="1800" dirty="0" err="1"/>
            <a:t>Analiză</a:t>
          </a:r>
          <a:r>
            <a:rPr lang="fr-BE" sz="1800" dirty="0"/>
            <a:t> de </a:t>
          </a:r>
          <a:r>
            <a:rPr lang="fr-BE" sz="1800" dirty="0" err="1"/>
            <a:t>piață</a:t>
          </a:r>
          <a:r>
            <a:rPr lang="fr-BE" sz="1800" dirty="0"/>
            <a:t> </a:t>
          </a:r>
          <a:r>
            <a:rPr lang="fr-BE" sz="1800" dirty="0" err="1"/>
            <a:t>și</a:t>
          </a:r>
          <a:r>
            <a:rPr lang="fr-BE" sz="1800" dirty="0"/>
            <a:t> </a:t>
          </a:r>
          <a:r>
            <a:rPr lang="fr-BE" sz="1800" dirty="0" err="1"/>
            <a:t>știința</a:t>
          </a:r>
          <a:r>
            <a:rPr lang="fr-BE" sz="1800" dirty="0"/>
            <a:t> </a:t>
          </a:r>
          <a:r>
            <a:rPr lang="fr-BE" sz="1800" dirty="0" err="1"/>
            <a:t>datelor</a:t>
          </a:r>
          <a:r>
            <a:rPr lang="fr-BE" sz="1800" dirty="0"/>
            <a:t> </a:t>
          </a:r>
          <a:r>
            <a:rPr lang="fr-BE" sz="1800" dirty="0" err="1"/>
            <a:t>aplicată</a:t>
          </a:r>
          <a:r>
            <a:rPr lang="fr-BE" sz="1800" dirty="0"/>
            <a:t> </a:t>
          </a:r>
          <a:r>
            <a:rPr lang="fr-BE" sz="1800" dirty="0" err="1"/>
            <a:t>comerțului</a:t>
          </a:r>
          <a:r>
            <a:rPr lang="fr-BE" sz="1800" dirty="0"/>
            <a:t> </a:t>
          </a:r>
          <a:r>
            <a:rPr lang="fr-BE" sz="1800" dirty="0" err="1"/>
            <a:t>electronic</a:t>
          </a:r>
          <a:r>
            <a:rPr lang="fr-BE" sz="1800" dirty="0"/>
            <a:t>.</a:t>
          </a:r>
        </a:p>
      </dgm:t>
    </dgm:pt>
    <dgm:pt modelId="{0063CADC-9B13-4E9B-A583-1D39E818118A}" type="parTrans" cxnId="{3B7CED83-3ECC-4A01-9B40-A594AF6BE100}">
      <dgm:prSet/>
      <dgm:spPr/>
      <dgm:t>
        <a:bodyPr/>
        <a:lstStyle/>
        <a:p>
          <a:endParaRPr lang="fr-BE"/>
        </a:p>
      </dgm:t>
    </dgm:pt>
    <dgm:pt modelId="{50A9E50B-38BA-4502-8875-3B904094B0C1}" type="sibTrans" cxnId="{3B7CED83-3ECC-4A01-9B40-A594AF6BE100}">
      <dgm:prSet/>
      <dgm:spPr/>
      <dgm:t>
        <a:bodyPr/>
        <a:lstStyle/>
        <a:p>
          <a:endParaRPr lang="fr-BE"/>
        </a:p>
      </dgm:t>
    </dgm:pt>
    <dgm:pt modelId="{A30B3DEE-73D4-4770-BF41-2675BBE50CE9}" type="pres">
      <dgm:prSet presAssocID="{7F250792-E3B0-4A38-8032-125C9EA040AF}" presName="CompostProcess" presStyleCnt="0">
        <dgm:presLayoutVars>
          <dgm:dir/>
          <dgm:resizeHandles val="exact"/>
        </dgm:presLayoutVars>
      </dgm:prSet>
      <dgm:spPr/>
    </dgm:pt>
    <dgm:pt modelId="{EAE42A36-1FB5-427B-BC8A-B7ED0290C8C3}" type="pres">
      <dgm:prSet presAssocID="{7F250792-E3B0-4A38-8032-125C9EA040AF}" presName="arrow" presStyleLbl="bgShp" presStyleIdx="0" presStyleCnt="1"/>
      <dgm:spPr/>
    </dgm:pt>
    <dgm:pt modelId="{6E038C49-7F4C-4F2E-960E-6E4027764DB7}" type="pres">
      <dgm:prSet presAssocID="{7F250792-E3B0-4A38-8032-125C9EA040AF}" presName="linearProcess" presStyleCnt="0"/>
      <dgm:spPr/>
    </dgm:pt>
    <dgm:pt modelId="{15EF6CFB-1FAC-4D18-BE96-93CEF4A48465}" type="pres">
      <dgm:prSet presAssocID="{488752F4-330F-4DE5-A841-8C21C6C3C7F3}" presName="textNode" presStyleLbl="node1" presStyleIdx="0" presStyleCnt="3" custScaleX="122768" custScaleY="202675">
        <dgm:presLayoutVars>
          <dgm:bulletEnabled val="1"/>
        </dgm:presLayoutVars>
      </dgm:prSet>
      <dgm:spPr/>
    </dgm:pt>
    <dgm:pt modelId="{9983E0D6-BEAA-4D58-A736-60637CE3245F}" type="pres">
      <dgm:prSet presAssocID="{4D3BACB7-631F-4829-8F4C-01106A01D677}" presName="sibTrans" presStyleCnt="0"/>
      <dgm:spPr/>
    </dgm:pt>
    <dgm:pt modelId="{8352B427-363B-4976-9CAE-5AF257E5D99B}" type="pres">
      <dgm:prSet presAssocID="{C91DFCE8-399E-45E3-B74B-7743827B6CE9}" presName="textNode" presStyleLbl="node1" presStyleIdx="1" presStyleCnt="3" custScaleX="116036" custScaleY="202675">
        <dgm:presLayoutVars>
          <dgm:bulletEnabled val="1"/>
        </dgm:presLayoutVars>
      </dgm:prSet>
      <dgm:spPr/>
    </dgm:pt>
    <dgm:pt modelId="{76435029-F683-4422-AB8A-BAFCB252DD3D}" type="pres">
      <dgm:prSet presAssocID="{249FE593-1F95-472D-9EAA-14D276064EF2}" presName="sibTrans" presStyleCnt="0"/>
      <dgm:spPr/>
    </dgm:pt>
    <dgm:pt modelId="{B64D0797-D441-480B-B1FA-9E8B29640E66}" type="pres">
      <dgm:prSet presAssocID="{F9523848-F95C-40FC-BB60-1456AA81888F}" presName="textNode" presStyleLbl="node1" presStyleIdx="2" presStyleCnt="3" custScaleX="127364" custScaleY="202675">
        <dgm:presLayoutVars>
          <dgm:bulletEnabled val="1"/>
        </dgm:presLayoutVars>
      </dgm:prSet>
      <dgm:spPr/>
    </dgm:pt>
  </dgm:ptLst>
  <dgm:cxnLst>
    <dgm:cxn modelId="{44BF176F-13B3-4D4C-942E-CB3AC4C91D2B}" srcId="{7F250792-E3B0-4A38-8032-125C9EA040AF}" destId="{C91DFCE8-399E-45E3-B74B-7743827B6CE9}" srcOrd="1" destOrd="0" parTransId="{3244E1DB-4172-4092-B124-B76C78D49623}" sibTransId="{249FE593-1F95-472D-9EAA-14D276064EF2}"/>
    <dgm:cxn modelId="{4D4E8279-A1DC-4960-B54A-EA3C89377BB4}" type="presOf" srcId="{F9523848-F95C-40FC-BB60-1456AA81888F}" destId="{B64D0797-D441-480B-B1FA-9E8B29640E66}" srcOrd="0" destOrd="0" presId="urn:microsoft.com/office/officeart/2005/8/layout/hProcess9"/>
    <dgm:cxn modelId="{294BE27C-6310-43EE-A5F6-AB27ED7CDBF4}" type="presOf" srcId="{7F250792-E3B0-4A38-8032-125C9EA040AF}" destId="{A30B3DEE-73D4-4770-BF41-2675BBE50CE9}" srcOrd="0" destOrd="0" presId="urn:microsoft.com/office/officeart/2005/8/layout/hProcess9"/>
    <dgm:cxn modelId="{2361CA83-6BA4-4C52-9E5A-709F2C09E3FA}" type="presOf" srcId="{C91DFCE8-399E-45E3-B74B-7743827B6CE9}" destId="{8352B427-363B-4976-9CAE-5AF257E5D99B}" srcOrd="0" destOrd="0" presId="urn:microsoft.com/office/officeart/2005/8/layout/hProcess9"/>
    <dgm:cxn modelId="{3B7CED83-3ECC-4A01-9B40-A594AF6BE100}" srcId="{7F250792-E3B0-4A38-8032-125C9EA040AF}" destId="{F9523848-F95C-40FC-BB60-1456AA81888F}" srcOrd="2" destOrd="0" parTransId="{0063CADC-9B13-4E9B-A583-1D39E818118A}" sibTransId="{50A9E50B-38BA-4502-8875-3B904094B0C1}"/>
    <dgm:cxn modelId="{7CBF13DA-94B7-4457-BE7E-8F060DF6490A}" srcId="{7F250792-E3B0-4A38-8032-125C9EA040AF}" destId="{488752F4-330F-4DE5-A841-8C21C6C3C7F3}" srcOrd="0" destOrd="0" parTransId="{E798FD36-C01F-4B98-A30C-AD5123C950A7}" sibTransId="{4D3BACB7-631F-4829-8F4C-01106A01D677}"/>
    <dgm:cxn modelId="{88CD13E2-08EB-40FD-80E3-F3E935FA212B}" type="presOf" srcId="{488752F4-330F-4DE5-A841-8C21C6C3C7F3}" destId="{15EF6CFB-1FAC-4D18-BE96-93CEF4A48465}" srcOrd="0" destOrd="0" presId="urn:microsoft.com/office/officeart/2005/8/layout/hProcess9"/>
    <dgm:cxn modelId="{BCD1029D-DB67-4599-B62E-36D80B9FB610}" type="presParOf" srcId="{A30B3DEE-73D4-4770-BF41-2675BBE50CE9}" destId="{EAE42A36-1FB5-427B-BC8A-B7ED0290C8C3}" srcOrd="0" destOrd="0" presId="urn:microsoft.com/office/officeart/2005/8/layout/hProcess9"/>
    <dgm:cxn modelId="{3745B7B1-4049-49B5-8265-00E4ABED4597}" type="presParOf" srcId="{A30B3DEE-73D4-4770-BF41-2675BBE50CE9}" destId="{6E038C49-7F4C-4F2E-960E-6E4027764DB7}" srcOrd="1" destOrd="0" presId="urn:microsoft.com/office/officeart/2005/8/layout/hProcess9"/>
    <dgm:cxn modelId="{F18F0724-8CA6-474A-91AD-2FB07935ECD7}" type="presParOf" srcId="{6E038C49-7F4C-4F2E-960E-6E4027764DB7}" destId="{15EF6CFB-1FAC-4D18-BE96-93CEF4A48465}" srcOrd="0" destOrd="0" presId="urn:microsoft.com/office/officeart/2005/8/layout/hProcess9"/>
    <dgm:cxn modelId="{5EA84DE1-077B-4EAB-AA6C-C1D1F4C97A45}" type="presParOf" srcId="{6E038C49-7F4C-4F2E-960E-6E4027764DB7}" destId="{9983E0D6-BEAA-4D58-A736-60637CE3245F}" srcOrd="1" destOrd="0" presId="urn:microsoft.com/office/officeart/2005/8/layout/hProcess9"/>
    <dgm:cxn modelId="{845862E7-C7AD-450D-BC56-6E8B475F721C}" type="presParOf" srcId="{6E038C49-7F4C-4F2E-960E-6E4027764DB7}" destId="{8352B427-363B-4976-9CAE-5AF257E5D99B}" srcOrd="2" destOrd="0" presId="urn:microsoft.com/office/officeart/2005/8/layout/hProcess9"/>
    <dgm:cxn modelId="{4EB1814F-21E7-4529-8E95-BACF0152D493}" type="presParOf" srcId="{6E038C49-7F4C-4F2E-960E-6E4027764DB7}" destId="{76435029-F683-4422-AB8A-BAFCB252DD3D}" srcOrd="3" destOrd="0" presId="urn:microsoft.com/office/officeart/2005/8/layout/hProcess9"/>
    <dgm:cxn modelId="{9B6C8C63-E46A-4DE1-9B23-333C34DD4FAF}" type="presParOf" srcId="{6E038C49-7F4C-4F2E-960E-6E4027764DB7}" destId="{B64D0797-D441-480B-B1FA-9E8B29640E66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A9CD1C7-0AB4-45F5-BDC7-04DCEF43D347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F1C8E7FB-A538-428B-A50F-79F49A96F17B}">
      <dgm:prSet/>
      <dgm:spPr/>
      <dgm:t>
        <a:bodyPr/>
        <a:lstStyle/>
        <a:p>
          <a:r>
            <a:rPr lang="fr-BE"/>
            <a:t>📦 Sursă: Site-ul eMAG (https://www.emag.ro)</a:t>
          </a:r>
        </a:p>
      </dgm:t>
    </dgm:pt>
    <dgm:pt modelId="{EE74A38A-4582-48AF-80DC-42281070ED3B}" type="parTrans" cxnId="{768F57B7-6D8C-44C6-8EBF-D6F91666E7F2}">
      <dgm:prSet/>
      <dgm:spPr/>
      <dgm:t>
        <a:bodyPr/>
        <a:lstStyle/>
        <a:p>
          <a:endParaRPr lang="fr-BE"/>
        </a:p>
      </dgm:t>
    </dgm:pt>
    <dgm:pt modelId="{C397B4DB-DD53-4C61-833F-E5BA872C4E39}" type="sibTrans" cxnId="{768F57B7-6D8C-44C6-8EBF-D6F91666E7F2}">
      <dgm:prSet/>
      <dgm:spPr/>
      <dgm:t>
        <a:bodyPr/>
        <a:lstStyle/>
        <a:p>
          <a:endParaRPr lang="fr-BE"/>
        </a:p>
      </dgm:t>
    </dgm:pt>
    <dgm:pt modelId="{83CED97E-EC43-4556-9E39-62DFAAC53D08}">
      <dgm:prSet/>
      <dgm:spPr/>
      <dgm:t>
        <a:bodyPr/>
        <a:lstStyle/>
        <a:p>
          <a:r>
            <a:rPr lang="fr-BE"/>
            <a:t>⚙️ Instrumente utilizate: Python, Requests, BeautifulSoup, Pandas</a:t>
          </a:r>
        </a:p>
      </dgm:t>
    </dgm:pt>
    <dgm:pt modelId="{BE1A0EA3-12F5-4964-973A-359B604C5022}" type="parTrans" cxnId="{E9C0715B-9EEA-4E1E-8542-24A99C6921EE}">
      <dgm:prSet/>
      <dgm:spPr/>
      <dgm:t>
        <a:bodyPr/>
        <a:lstStyle/>
        <a:p>
          <a:endParaRPr lang="fr-BE"/>
        </a:p>
      </dgm:t>
    </dgm:pt>
    <dgm:pt modelId="{4F2852D7-3DF7-4C73-BB40-DF458D594F30}" type="sibTrans" cxnId="{E9C0715B-9EEA-4E1E-8542-24A99C6921EE}">
      <dgm:prSet/>
      <dgm:spPr/>
      <dgm:t>
        <a:bodyPr/>
        <a:lstStyle/>
        <a:p>
          <a:endParaRPr lang="fr-BE"/>
        </a:p>
      </dgm:t>
    </dgm:pt>
    <dgm:pt modelId="{D36D458F-D638-4AF6-83DB-FFC6C8A5ACE8}">
      <dgm:prSet/>
      <dgm:spPr/>
      <dgm:t>
        <a:bodyPr/>
        <a:lstStyle/>
        <a:p>
          <a:r>
            <a:rPr lang="fr-BE"/>
            <a:t>📑 Etape principale:</a:t>
          </a:r>
        </a:p>
      </dgm:t>
    </dgm:pt>
    <dgm:pt modelId="{B4951364-5986-4CEB-A986-1ACC904BDF5F}" type="parTrans" cxnId="{AA317137-23C8-4CA2-A38B-106031AD4A79}">
      <dgm:prSet/>
      <dgm:spPr/>
      <dgm:t>
        <a:bodyPr/>
        <a:lstStyle/>
        <a:p>
          <a:endParaRPr lang="fr-BE"/>
        </a:p>
      </dgm:t>
    </dgm:pt>
    <dgm:pt modelId="{1322F393-0EE6-4015-9277-926EA0BD57A9}" type="sibTrans" cxnId="{AA317137-23C8-4CA2-A38B-106031AD4A79}">
      <dgm:prSet/>
      <dgm:spPr/>
      <dgm:t>
        <a:bodyPr/>
        <a:lstStyle/>
        <a:p>
          <a:endParaRPr lang="fr-BE"/>
        </a:p>
      </dgm:t>
    </dgm:pt>
    <dgm:pt modelId="{37266F80-7C34-4CA4-AD18-1F345C57CCA1}">
      <dgm:prSet/>
      <dgm:spPr/>
      <dgm:t>
        <a:bodyPr/>
        <a:lstStyle/>
        <a:p>
          <a:r>
            <a:rPr lang="fr-BE"/>
            <a:t>- Definirea URL-urilor de căutare (ex: 'telefoane')</a:t>
          </a:r>
        </a:p>
      </dgm:t>
    </dgm:pt>
    <dgm:pt modelId="{AC12F818-1C3D-4A9B-9F8C-DB8761713146}" type="parTrans" cxnId="{90ABE9CE-DA50-4FFA-B7AD-913E2FE45BB5}">
      <dgm:prSet/>
      <dgm:spPr/>
      <dgm:t>
        <a:bodyPr/>
        <a:lstStyle/>
        <a:p>
          <a:endParaRPr lang="fr-BE"/>
        </a:p>
      </dgm:t>
    </dgm:pt>
    <dgm:pt modelId="{854DC176-803F-44C0-9D07-03667274BF29}" type="sibTrans" cxnId="{90ABE9CE-DA50-4FFA-B7AD-913E2FE45BB5}">
      <dgm:prSet/>
      <dgm:spPr/>
      <dgm:t>
        <a:bodyPr/>
        <a:lstStyle/>
        <a:p>
          <a:endParaRPr lang="fr-BE"/>
        </a:p>
      </dgm:t>
    </dgm:pt>
    <dgm:pt modelId="{540CDE56-2C8D-41C0-BB56-0BCFA6F002B9}">
      <dgm:prSet/>
      <dgm:spPr/>
      <dgm:t>
        <a:bodyPr/>
        <a:lstStyle/>
        <a:p>
          <a:r>
            <a:rPr lang="fr-BE"/>
            <a:t>- Extracția titlului, prețului, memoriei RAM, spațiului de stocare și mărcii</a:t>
          </a:r>
        </a:p>
      </dgm:t>
    </dgm:pt>
    <dgm:pt modelId="{789008D3-830F-4629-81BC-6D384A6EED21}" type="parTrans" cxnId="{036117FC-837C-4409-BB53-4CE88A49CC0E}">
      <dgm:prSet/>
      <dgm:spPr/>
      <dgm:t>
        <a:bodyPr/>
        <a:lstStyle/>
        <a:p>
          <a:endParaRPr lang="fr-BE"/>
        </a:p>
      </dgm:t>
    </dgm:pt>
    <dgm:pt modelId="{3E09ABD4-9F97-4789-A9DC-E3CBFF21AEC8}" type="sibTrans" cxnId="{036117FC-837C-4409-BB53-4CE88A49CC0E}">
      <dgm:prSet/>
      <dgm:spPr/>
      <dgm:t>
        <a:bodyPr/>
        <a:lstStyle/>
        <a:p>
          <a:endParaRPr lang="fr-BE"/>
        </a:p>
      </dgm:t>
    </dgm:pt>
    <dgm:pt modelId="{425A0B6B-A378-4F00-B38F-B3BF21435226}">
      <dgm:prSet/>
      <dgm:spPr/>
    </dgm:pt>
    <dgm:pt modelId="{3B9850E6-DD2A-499B-AD68-7E414104D311}" type="parTrans" cxnId="{8400788A-2D4B-40E0-BA35-EB58587D46DE}">
      <dgm:prSet/>
      <dgm:spPr/>
      <dgm:t>
        <a:bodyPr/>
        <a:lstStyle/>
        <a:p>
          <a:endParaRPr lang="fr-BE"/>
        </a:p>
      </dgm:t>
    </dgm:pt>
    <dgm:pt modelId="{76EDB15C-757B-4F44-A8FE-ECB8B16D847D}" type="sibTrans" cxnId="{8400788A-2D4B-40E0-BA35-EB58587D46DE}">
      <dgm:prSet/>
      <dgm:spPr/>
      <dgm:t>
        <a:bodyPr/>
        <a:lstStyle/>
        <a:p>
          <a:endParaRPr lang="fr-BE"/>
        </a:p>
      </dgm:t>
    </dgm:pt>
    <dgm:pt modelId="{7B916DF4-B534-4FAD-B3EF-49691F9C2812}">
      <dgm:prSet/>
      <dgm:spPr/>
    </dgm:pt>
    <dgm:pt modelId="{2C9C819E-2738-494C-853B-201693E9F35E}" type="parTrans" cxnId="{2A4FC9D9-7B72-4581-B623-1195D3FC6967}">
      <dgm:prSet/>
      <dgm:spPr/>
      <dgm:t>
        <a:bodyPr/>
        <a:lstStyle/>
        <a:p>
          <a:endParaRPr lang="fr-BE"/>
        </a:p>
      </dgm:t>
    </dgm:pt>
    <dgm:pt modelId="{248E4D54-7765-4190-B7D7-7C187A382CA1}" type="sibTrans" cxnId="{2A4FC9D9-7B72-4581-B623-1195D3FC6967}">
      <dgm:prSet/>
      <dgm:spPr/>
      <dgm:t>
        <a:bodyPr/>
        <a:lstStyle/>
        <a:p>
          <a:endParaRPr lang="fr-BE"/>
        </a:p>
      </dgm:t>
    </dgm:pt>
    <dgm:pt modelId="{73B00AAB-C019-42B2-B04A-12F228763688}" type="pres">
      <dgm:prSet presAssocID="{2A9CD1C7-0AB4-45F5-BDC7-04DCEF43D347}" presName="outerComposite" presStyleCnt="0">
        <dgm:presLayoutVars>
          <dgm:chMax val="5"/>
          <dgm:dir/>
          <dgm:resizeHandles val="exact"/>
        </dgm:presLayoutVars>
      </dgm:prSet>
      <dgm:spPr/>
    </dgm:pt>
    <dgm:pt modelId="{FB66D070-337D-45C0-AA17-98ACBAF40B79}" type="pres">
      <dgm:prSet presAssocID="{2A9CD1C7-0AB4-45F5-BDC7-04DCEF43D347}" presName="dummyMaxCanvas" presStyleCnt="0">
        <dgm:presLayoutVars/>
      </dgm:prSet>
      <dgm:spPr/>
    </dgm:pt>
    <dgm:pt modelId="{5704743C-579F-40D3-BEC5-71D9EC0C47DE}" type="pres">
      <dgm:prSet presAssocID="{2A9CD1C7-0AB4-45F5-BDC7-04DCEF43D347}" presName="FiveNodes_1" presStyleLbl="node1" presStyleIdx="0" presStyleCnt="5">
        <dgm:presLayoutVars>
          <dgm:bulletEnabled val="1"/>
        </dgm:presLayoutVars>
      </dgm:prSet>
      <dgm:spPr/>
    </dgm:pt>
    <dgm:pt modelId="{EF98C8E5-C37B-4CEE-84CC-F2962FF1E5EB}" type="pres">
      <dgm:prSet presAssocID="{2A9CD1C7-0AB4-45F5-BDC7-04DCEF43D347}" presName="FiveNodes_2" presStyleLbl="node1" presStyleIdx="1" presStyleCnt="5">
        <dgm:presLayoutVars>
          <dgm:bulletEnabled val="1"/>
        </dgm:presLayoutVars>
      </dgm:prSet>
      <dgm:spPr/>
    </dgm:pt>
    <dgm:pt modelId="{C4539A67-512F-4B29-BF0D-378EAC878F49}" type="pres">
      <dgm:prSet presAssocID="{2A9CD1C7-0AB4-45F5-BDC7-04DCEF43D347}" presName="FiveNodes_3" presStyleLbl="node1" presStyleIdx="2" presStyleCnt="5">
        <dgm:presLayoutVars>
          <dgm:bulletEnabled val="1"/>
        </dgm:presLayoutVars>
      </dgm:prSet>
      <dgm:spPr/>
    </dgm:pt>
    <dgm:pt modelId="{84037E9B-7E42-436F-9630-16577465CA12}" type="pres">
      <dgm:prSet presAssocID="{2A9CD1C7-0AB4-45F5-BDC7-04DCEF43D347}" presName="FiveNodes_4" presStyleLbl="node1" presStyleIdx="3" presStyleCnt="5">
        <dgm:presLayoutVars>
          <dgm:bulletEnabled val="1"/>
        </dgm:presLayoutVars>
      </dgm:prSet>
      <dgm:spPr/>
    </dgm:pt>
    <dgm:pt modelId="{FFD5E7C6-BC74-4772-8EB0-DB66645D5CAE}" type="pres">
      <dgm:prSet presAssocID="{2A9CD1C7-0AB4-45F5-BDC7-04DCEF43D347}" presName="FiveNodes_5" presStyleLbl="node1" presStyleIdx="4" presStyleCnt="5">
        <dgm:presLayoutVars>
          <dgm:bulletEnabled val="1"/>
        </dgm:presLayoutVars>
      </dgm:prSet>
      <dgm:spPr/>
    </dgm:pt>
    <dgm:pt modelId="{7DF92F79-4139-4BD4-A927-12EC92838E24}" type="pres">
      <dgm:prSet presAssocID="{2A9CD1C7-0AB4-45F5-BDC7-04DCEF43D347}" presName="FiveConn_1-2" presStyleLbl="fgAccFollowNode1" presStyleIdx="0" presStyleCnt="4">
        <dgm:presLayoutVars>
          <dgm:bulletEnabled val="1"/>
        </dgm:presLayoutVars>
      </dgm:prSet>
      <dgm:spPr/>
    </dgm:pt>
    <dgm:pt modelId="{734E6DD5-0B79-402B-A183-D41045D4E426}" type="pres">
      <dgm:prSet presAssocID="{2A9CD1C7-0AB4-45F5-BDC7-04DCEF43D347}" presName="FiveConn_2-3" presStyleLbl="fgAccFollowNode1" presStyleIdx="1" presStyleCnt="4">
        <dgm:presLayoutVars>
          <dgm:bulletEnabled val="1"/>
        </dgm:presLayoutVars>
      </dgm:prSet>
      <dgm:spPr/>
    </dgm:pt>
    <dgm:pt modelId="{24B0D88A-6E41-407B-A97D-5A5E125033B4}" type="pres">
      <dgm:prSet presAssocID="{2A9CD1C7-0AB4-45F5-BDC7-04DCEF43D347}" presName="FiveConn_3-4" presStyleLbl="fgAccFollowNode1" presStyleIdx="2" presStyleCnt="4">
        <dgm:presLayoutVars>
          <dgm:bulletEnabled val="1"/>
        </dgm:presLayoutVars>
      </dgm:prSet>
      <dgm:spPr/>
    </dgm:pt>
    <dgm:pt modelId="{6B6D2C8D-1D69-4272-A9E9-0FE6039A70CA}" type="pres">
      <dgm:prSet presAssocID="{2A9CD1C7-0AB4-45F5-BDC7-04DCEF43D347}" presName="FiveConn_4-5" presStyleLbl="fgAccFollowNode1" presStyleIdx="3" presStyleCnt="4">
        <dgm:presLayoutVars>
          <dgm:bulletEnabled val="1"/>
        </dgm:presLayoutVars>
      </dgm:prSet>
      <dgm:spPr/>
    </dgm:pt>
    <dgm:pt modelId="{86826711-BFB1-4041-B826-1BFBB2574F26}" type="pres">
      <dgm:prSet presAssocID="{2A9CD1C7-0AB4-45F5-BDC7-04DCEF43D347}" presName="FiveNodes_1_text" presStyleLbl="node1" presStyleIdx="4" presStyleCnt="5">
        <dgm:presLayoutVars>
          <dgm:bulletEnabled val="1"/>
        </dgm:presLayoutVars>
      </dgm:prSet>
      <dgm:spPr/>
    </dgm:pt>
    <dgm:pt modelId="{6ACEBB14-6504-4B9F-A122-8D006BC7CDD2}" type="pres">
      <dgm:prSet presAssocID="{2A9CD1C7-0AB4-45F5-BDC7-04DCEF43D347}" presName="FiveNodes_2_text" presStyleLbl="node1" presStyleIdx="4" presStyleCnt="5">
        <dgm:presLayoutVars>
          <dgm:bulletEnabled val="1"/>
        </dgm:presLayoutVars>
      </dgm:prSet>
      <dgm:spPr/>
    </dgm:pt>
    <dgm:pt modelId="{73593E7F-FF13-4CB8-8F5C-6DA4FEE8AE94}" type="pres">
      <dgm:prSet presAssocID="{2A9CD1C7-0AB4-45F5-BDC7-04DCEF43D347}" presName="FiveNodes_3_text" presStyleLbl="node1" presStyleIdx="4" presStyleCnt="5">
        <dgm:presLayoutVars>
          <dgm:bulletEnabled val="1"/>
        </dgm:presLayoutVars>
      </dgm:prSet>
      <dgm:spPr/>
    </dgm:pt>
    <dgm:pt modelId="{0475BB4A-64E8-4586-AF79-D448359F1D96}" type="pres">
      <dgm:prSet presAssocID="{2A9CD1C7-0AB4-45F5-BDC7-04DCEF43D347}" presName="FiveNodes_4_text" presStyleLbl="node1" presStyleIdx="4" presStyleCnt="5">
        <dgm:presLayoutVars>
          <dgm:bulletEnabled val="1"/>
        </dgm:presLayoutVars>
      </dgm:prSet>
      <dgm:spPr/>
    </dgm:pt>
    <dgm:pt modelId="{29EEF688-D6CE-46AC-9AAA-DE91EB113701}" type="pres">
      <dgm:prSet presAssocID="{2A9CD1C7-0AB4-45F5-BDC7-04DCEF43D347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765F302-C62E-4213-A07D-23A5F0223945}" type="presOf" srcId="{4F2852D7-3DF7-4C73-BB40-DF458D594F30}" destId="{734E6DD5-0B79-402B-A183-D41045D4E426}" srcOrd="0" destOrd="0" presId="urn:microsoft.com/office/officeart/2005/8/layout/vProcess5"/>
    <dgm:cxn modelId="{04A2B403-C885-4610-80DD-EDA28093C50F}" type="presOf" srcId="{D36D458F-D638-4AF6-83DB-FFC6C8A5ACE8}" destId="{C4539A67-512F-4B29-BF0D-378EAC878F49}" srcOrd="0" destOrd="0" presId="urn:microsoft.com/office/officeart/2005/8/layout/vProcess5"/>
    <dgm:cxn modelId="{997E0E07-64BC-481D-BE0B-1EFEA9A0AF0E}" type="presOf" srcId="{37266F80-7C34-4CA4-AD18-1F345C57CCA1}" destId="{84037E9B-7E42-436F-9630-16577465CA12}" srcOrd="0" destOrd="0" presId="urn:microsoft.com/office/officeart/2005/8/layout/vProcess5"/>
    <dgm:cxn modelId="{956C4515-1FA9-45AE-BC9E-A158FE67F973}" type="presOf" srcId="{2A9CD1C7-0AB4-45F5-BDC7-04DCEF43D347}" destId="{73B00AAB-C019-42B2-B04A-12F228763688}" srcOrd="0" destOrd="0" presId="urn:microsoft.com/office/officeart/2005/8/layout/vProcess5"/>
    <dgm:cxn modelId="{E5C8EC31-A7CD-4A1B-9AD1-49043220FFFF}" type="presOf" srcId="{540CDE56-2C8D-41C0-BB56-0BCFA6F002B9}" destId="{29EEF688-D6CE-46AC-9AAA-DE91EB113701}" srcOrd="1" destOrd="0" presId="urn:microsoft.com/office/officeart/2005/8/layout/vProcess5"/>
    <dgm:cxn modelId="{AA317137-23C8-4CA2-A38B-106031AD4A79}" srcId="{2A9CD1C7-0AB4-45F5-BDC7-04DCEF43D347}" destId="{D36D458F-D638-4AF6-83DB-FFC6C8A5ACE8}" srcOrd="2" destOrd="0" parTransId="{B4951364-5986-4CEB-A986-1ACC904BDF5F}" sibTransId="{1322F393-0EE6-4015-9277-926EA0BD57A9}"/>
    <dgm:cxn modelId="{E9C0715B-9EEA-4E1E-8542-24A99C6921EE}" srcId="{2A9CD1C7-0AB4-45F5-BDC7-04DCEF43D347}" destId="{83CED97E-EC43-4556-9E39-62DFAAC53D08}" srcOrd="1" destOrd="0" parTransId="{BE1A0EA3-12F5-4964-973A-359B604C5022}" sibTransId="{4F2852D7-3DF7-4C73-BB40-DF458D594F30}"/>
    <dgm:cxn modelId="{63244C72-37B9-4C77-8AF9-9405514C6CD7}" type="presOf" srcId="{C397B4DB-DD53-4C61-833F-E5BA872C4E39}" destId="{7DF92F79-4139-4BD4-A927-12EC92838E24}" srcOrd="0" destOrd="0" presId="urn:microsoft.com/office/officeart/2005/8/layout/vProcess5"/>
    <dgm:cxn modelId="{D7E93758-640F-42A4-95BB-C6BA122A1B3B}" type="presOf" srcId="{F1C8E7FB-A538-428B-A50F-79F49A96F17B}" destId="{86826711-BFB1-4041-B826-1BFBB2574F26}" srcOrd="1" destOrd="0" presId="urn:microsoft.com/office/officeart/2005/8/layout/vProcess5"/>
    <dgm:cxn modelId="{9DC4847B-213C-428A-87DA-0751207E1232}" type="presOf" srcId="{D36D458F-D638-4AF6-83DB-FFC6C8A5ACE8}" destId="{73593E7F-FF13-4CB8-8F5C-6DA4FEE8AE94}" srcOrd="1" destOrd="0" presId="urn:microsoft.com/office/officeart/2005/8/layout/vProcess5"/>
    <dgm:cxn modelId="{07BD7E7E-9B92-4B55-BD80-8CE25D886F22}" type="presOf" srcId="{854DC176-803F-44C0-9D07-03667274BF29}" destId="{6B6D2C8D-1D69-4272-A9E9-0FE6039A70CA}" srcOrd="0" destOrd="0" presId="urn:microsoft.com/office/officeart/2005/8/layout/vProcess5"/>
    <dgm:cxn modelId="{4C988D83-3678-47AE-BD19-945CFED7BFF6}" type="presOf" srcId="{F1C8E7FB-A538-428B-A50F-79F49A96F17B}" destId="{5704743C-579F-40D3-BEC5-71D9EC0C47DE}" srcOrd="0" destOrd="0" presId="urn:microsoft.com/office/officeart/2005/8/layout/vProcess5"/>
    <dgm:cxn modelId="{8400788A-2D4B-40E0-BA35-EB58587D46DE}" srcId="{2A9CD1C7-0AB4-45F5-BDC7-04DCEF43D347}" destId="{425A0B6B-A378-4F00-B38F-B3BF21435226}" srcOrd="5" destOrd="0" parTransId="{3B9850E6-DD2A-499B-AD68-7E414104D311}" sibTransId="{76EDB15C-757B-4F44-A8FE-ECB8B16D847D}"/>
    <dgm:cxn modelId="{0FCF1E9A-9555-45D0-A06A-D32FDDEB40A8}" type="presOf" srcId="{37266F80-7C34-4CA4-AD18-1F345C57CCA1}" destId="{0475BB4A-64E8-4586-AF79-D448359F1D96}" srcOrd="1" destOrd="0" presId="urn:microsoft.com/office/officeart/2005/8/layout/vProcess5"/>
    <dgm:cxn modelId="{768F57B7-6D8C-44C6-8EBF-D6F91666E7F2}" srcId="{2A9CD1C7-0AB4-45F5-BDC7-04DCEF43D347}" destId="{F1C8E7FB-A538-428B-A50F-79F49A96F17B}" srcOrd="0" destOrd="0" parTransId="{EE74A38A-4582-48AF-80DC-42281070ED3B}" sibTransId="{C397B4DB-DD53-4C61-833F-E5BA872C4E39}"/>
    <dgm:cxn modelId="{865FDDC0-89C5-42BC-9DBB-362D5C06D6D7}" type="presOf" srcId="{83CED97E-EC43-4556-9E39-62DFAAC53D08}" destId="{6ACEBB14-6504-4B9F-A122-8D006BC7CDD2}" srcOrd="1" destOrd="0" presId="urn:microsoft.com/office/officeart/2005/8/layout/vProcess5"/>
    <dgm:cxn modelId="{90ABE9CE-DA50-4FFA-B7AD-913E2FE45BB5}" srcId="{2A9CD1C7-0AB4-45F5-BDC7-04DCEF43D347}" destId="{37266F80-7C34-4CA4-AD18-1F345C57CCA1}" srcOrd="3" destOrd="0" parTransId="{AC12F818-1C3D-4A9B-9F8C-DB8761713146}" sibTransId="{854DC176-803F-44C0-9D07-03667274BF29}"/>
    <dgm:cxn modelId="{2A4FC9D9-7B72-4581-B623-1195D3FC6967}" srcId="{2A9CD1C7-0AB4-45F5-BDC7-04DCEF43D347}" destId="{7B916DF4-B534-4FAD-B3EF-49691F9C2812}" srcOrd="6" destOrd="0" parTransId="{2C9C819E-2738-494C-853B-201693E9F35E}" sibTransId="{248E4D54-7765-4190-B7D7-7C187A382CA1}"/>
    <dgm:cxn modelId="{90AB0ADB-393F-4EA5-BB09-92F3A844A444}" type="presOf" srcId="{540CDE56-2C8D-41C0-BB56-0BCFA6F002B9}" destId="{FFD5E7C6-BC74-4772-8EB0-DB66645D5CAE}" srcOrd="0" destOrd="0" presId="urn:microsoft.com/office/officeart/2005/8/layout/vProcess5"/>
    <dgm:cxn modelId="{741247EA-E828-446B-82ED-24FC34CBB75B}" type="presOf" srcId="{1322F393-0EE6-4015-9277-926EA0BD57A9}" destId="{24B0D88A-6E41-407B-A97D-5A5E125033B4}" srcOrd="0" destOrd="0" presId="urn:microsoft.com/office/officeart/2005/8/layout/vProcess5"/>
    <dgm:cxn modelId="{C3B729ED-4C86-4BCD-AA7E-42EE2A180B2E}" type="presOf" srcId="{83CED97E-EC43-4556-9E39-62DFAAC53D08}" destId="{EF98C8E5-C37B-4CEE-84CC-F2962FF1E5EB}" srcOrd="0" destOrd="0" presId="urn:microsoft.com/office/officeart/2005/8/layout/vProcess5"/>
    <dgm:cxn modelId="{036117FC-837C-4409-BB53-4CE88A49CC0E}" srcId="{2A9CD1C7-0AB4-45F5-BDC7-04DCEF43D347}" destId="{540CDE56-2C8D-41C0-BB56-0BCFA6F002B9}" srcOrd="4" destOrd="0" parTransId="{789008D3-830F-4629-81BC-6D384A6EED21}" sibTransId="{3E09ABD4-9F97-4789-A9DC-E3CBFF21AEC8}"/>
    <dgm:cxn modelId="{5EAF2026-B6B0-4171-AB2C-58510FD24305}" type="presParOf" srcId="{73B00AAB-C019-42B2-B04A-12F228763688}" destId="{FB66D070-337D-45C0-AA17-98ACBAF40B79}" srcOrd="0" destOrd="0" presId="urn:microsoft.com/office/officeart/2005/8/layout/vProcess5"/>
    <dgm:cxn modelId="{907241B4-5511-4BA0-9D86-1FEC74E45596}" type="presParOf" srcId="{73B00AAB-C019-42B2-B04A-12F228763688}" destId="{5704743C-579F-40D3-BEC5-71D9EC0C47DE}" srcOrd="1" destOrd="0" presId="urn:microsoft.com/office/officeart/2005/8/layout/vProcess5"/>
    <dgm:cxn modelId="{3F574833-0C06-4558-8B0E-99CE608B4E6D}" type="presParOf" srcId="{73B00AAB-C019-42B2-B04A-12F228763688}" destId="{EF98C8E5-C37B-4CEE-84CC-F2962FF1E5EB}" srcOrd="2" destOrd="0" presId="urn:microsoft.com/office/officeart/2005/8/layout/vProcess5"/>
    <dgm:cxn modelId="{BA3D6858-E860-4939-8AC7-D30A2C389B32}" type="presParOf" srcId="{73B00AAB-C019-42B2-B04A-12F228763688}" destId="{C4539A67-512F-4B29-BF0D-378EAC878F49}" srcOrd="3" destOrd="0" presId="urn:microsoft.com/office/officeart/2005/8/layout/vProcess5"/>
    <dgm:cxn modelId="{5B5A4946-7F2E-42F9-845B-0F2F286EFFC9}" type="presParOf" srcId="{73B00AAB-C019-42B2-B04A-12F228763688}" destId="{84037E9B-7E42-436F-9630-16577465CA12}" srcOrd="4" destOrd="0" presId="urn:microsoft.com/office/officeart/2005/8/layout/vProcess5"/>
    <dgm:cxn modelId="{5F464B87-C745-4488-AD95-47148F1337EC}" type="presParOf" srcId="{73B00AAB-C019-42B2-B04A-12F228763688}" destId="{FFD5E7C6-BC74-4772-8EB0-DB66645D5CAE}" srcOrd="5" destOrd="0" presId="urn:microsoft.com/office/officeart/2005/8/layout/vProcess5"/>
    <dgm:cxn modelId="{AC153AC6-CC32-4D63-A585-1D385827556F}" type="presParOf" srcId="{73B00AAB-C019-42B2-B04A-12F228763688}" destId="{7DF92F79-4139-4BD4-A927-12EC92838E24}" srcOrd="6" destOrd="0" presId="urn:microsoft.com/office/officeart/2005/8/layout/vProcess5"/>
    <dgm:cxn modelId="{8F1E41D2-BB16-4418-A3D3-E72F75EF1DFB}" type="presParOf" srcId="{73B00AAB-C019-42B2-B04A-12F228763688}" destId="{734E6DD5-0B79-402B-A183-D41045D4E426}" srcOrd="7" destOrd="0" presId="urn:microsoft.com/office/officeart/2005/8/layout/vProcess5"/>
    <dgm:cxn modelId="{703291FC-3565-4102-B5A5-4C6EFC9ABE4A}" type="presParOf" srcId="{73B00AAB-C019-42B2-B04A-12F228763688}" destId="{24B0D88A-6E41-407B-A97D-5A5E125033B4}" srcOrd="8" destOrd="0" presId="urn:microsoft.com/office/officeart/2005/8/layout/vProcess5"/>
    <dgm:cxn modelId="{2D23D05A-69E1-49CE-927B-6136FE4E0513}" type="presParOf" srcId="{73B00AAB-C019-42B2-B04A-12F228763688}" destId="{6B6D2C8D-1D69-4272-A9E9-0FE6039A70CA}" srcOrd="9" destOrd="0" presId="urn:microsoft.com/office/officeart/2005/8/layout/vProcess5"/>
    <dgm:cxn modelId="{C42B1003-3576-49E2-9A38-4FA524AE2100}" type="presParOf" srcId="{73B00AAB-C019-42B2-B04A-12F228763688}" destId="{86826711-BFB1-4041-B826-1BFBB2574F26}" srcOrd="10" destOrd="0" presId="urn:microsoft.com/office/officeart/2005/8/layout/vProcess5"/>
    <dgm:cxn modelId="{141C868C-5C39-4289-BD45-7F4DACE74F74}" type="presParOf" srcId="{73B00AAB-C019-42B2-B04A-12F228763688}" destId="{6ACEBB14-6504-4B9F-A122-8D006BC7CDD2}" srcOrd="11" destOrd="0" presId="urn:microsoft.com/office/officeart/2005/8/layout/vProcess5"/>
    <dgm:cxn modelId="{7D9D4B30-65FD-4441-B7F9-AF661244CB75}" type="presParOf" srcId="{73B00AAB-C019-42B2-B04A-12F228763688}" destId="{73593E7F-FF13-4CB8-8F5C-6DA4FEE8AE94}" srcOrd="12" destOrd="0" presId="urn:microsoft.com/office/officeart/2005/8/layout/vProcess5"/>
    <dgm:cxn modelId="{96EEAB13-D228-470F-BAFB-AB51CF5CC4C2}" type="presParOf" srcId="{73B00AAB-C019-42B2-B04A-12F228763688}" destId="{0475BB4A-64E8-4586-AF79-D448359F1D96}" srcOrd="13" destOrd="0" presId="urn:microsoft.com/office/officeart/2005/8/layout/vProcess5"/>
    <dgm:cxn modelId="{D1A81209-EA02-4A98-AFCC-7E88B9DC38ED}" type="presParOf" srcId="{73B00AAB-C019-42B2-B04A-12F228763688}" destId="{29EEF688-D6CE-46AC-9AAA-DE91EB11370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69B628-8B78-46A0-AB19-725C5B73E2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BE"/>
        </a:p>
      </dgm:t>
    </dgm:pt>
    <dgm:pt modelId="{F23DC113-FC65-4AA7-9DC0-3AB823887DB4}">
      <dgm:prSet/>
      <dgm:spPr/>
      <dgm:t>
        <a:bodyPr/>
        <a:lstStyle/>
        <a:p>
          <a:r>
            <a:rPr lang="fr-BE" dirty="0"/>
            <a:t>📊 </a:t>
          </a:r>
          <a:r>
            <a:rPr lang="fr-BE" dirty="0" err="1"/>
            <a:t>Dimensiunea</a:t>
          </a:r>
          <a:r>
            <a:rPr lang="fr-BE" dirty="0"/>
            <a:t> </a:t>
          </a:r>
          <a:r>
            <a:rPr lang="fr-BE" dirty="0" err="1"/>
            <a:t>eșantionului</a:t>
          </a:r>
          <a:r>
            <a:rPr lang="fr-BE" dirty="0"/>
            <a:t>: </a:t>
          </a:r>
          <a:r>
            <a:rPr lang="fr-BE" dirty="0" err="1"/>
            <a:t>aproximativ</a:t>
          </a:r>
          <a:r>
            <a:rPr lang="fr-BE" dirty="0"/>
            <a:t> 500–10</a:t>
          </a:r>
          <a:r>
            <a:rPr lang="ro-RO"/>
            <a:t>2</a:t>
          </a:r>
          <a:r>
            <a:rPr lang="fr-BE"/>
            <a:t>0 </a:t>
          </a:r>
          <a:r>
            <a:rPr lang="fr-BE" dirty="0" err="1"/>
            <a:t>observații</a:t>
          </a:r>
          <a:endParaRPr lang="fr-BE" dirty="0"/>
        </a:p>
      </dgm:t>
    </dgm:pt>
    <dgm:pt modelId="{31A09990-6B45-49E2-88EC-EF645C824D22}" type="parTrans" cxnId="{895726D0-6DA2-4295-8694-229E1CF393DF}">
      <dgm:prSet/>
      <dgm:spPr/>
      <dgm:t>
        <a:bodyPr/>
        <a:lstStyle/>
        <a:p>
          <a:endParaRPr lang="fr-BE"/>
        </a:p>
      </dgm:t>
    </dgm:pt>
    <dgm:pt modelId="{4E965EA0-EB44-40FE-8653-DFDA358F27D1}" type="sibTrans" cxnId="{895726D0-6DA2-4295-8694-229E1CF393DF}">
      <dgm:prSet/>
      <dgm:spPr/>
      <dgm:t>
        <a:bodyPr/>
        <a:lstStyle/>
        <a:p>
          <a:endParaRPr lang="fr-BE"/>
        </a:p>
      </dgm:t>
    </dgm:pt>
    <dgm:pt modelId="{E1B29C19-55E0-4A71-86F5-2AE51F1A2EB5}">
      <dgm:prSet/>
      <dgm:spPr/>
      <dgm:t>
        <a:bodyPr/>
        <a:lstStyle/>
        <a:p>
          <a:r>
            <a:rPr lang="fr-BE"/>
            <a:t>📁 Variabile principale:</a:t>
          </a:r>
        </a:p>
      </dgm:t>
    </dgm:pt>
    <dgm:pt modelId="{C901609D-65F7-4B01-984E-2B854847338B}" type="parTrans" cxnId="{E854EFE1-BEF8-4C11-ABEE-374251D54C67}">
      <dgm:prSet/>
      <dgm:spPr/>
      <dgm:t>
        <a:bodyPr/>
        <a:lstStyle/>
        <a:p>
          <a:endParaRPr lang="fr-BE"/>
        </a:p>
      </dgm:t>
    </dgm:pt>
    <dgm:pt modelId="{FAC7F90F-DFF5-451F-849A-AD66B5036B02}" type="sibTrans" cxnId="{E854EFE1-BEF8-4C11-ABEE-374251D54C67}">
      <dgm:prSet/>
      <dgm:spPr/>
      <dgm:t>
        <a:bodyPr/>
        <a:lstStyle/>
        <a:p>
          <a:endParaRPr lang="fr-BE"/>
        </a:p>
      </dgm:t>
    </dgm:pt>
    <dgm:pt modelId="{F6801950-88C0-412A-AF9F-609FC8C3B73D}">
      <dgm:prSet/>
      <dgm:spPr/>
      <dgm:t>
        <a:bodyPr/>
        <a:lstStyle/>
        <a:p>
          <a:r>
            <a:rPr lang="fr-BE"/>
            <a:t>- price: prețul telefonului</a:t>
          </a:r>
        </a:p>
      </dgm:t>
    </dgm:pt>
    <dgm:pt modelId="{7DEC50D4-008A-4365-ADCD-F703B1EA88E8}" type="parTrans" cxnId="{C369DC9D-83A2-47B2-90B2-F23128315163}">
      <dgm:prSet/>
      <dgm:spPr/>
      <dgm:t>
        <a:bodyPr/>
        <a:lstStyle/>
        <a:p>
          <a:endParaRPr lang="fr-BE"/>
        </a:p>
      </dgm:t>
    </dgm:pt>
    <dgm:pt modelId="{51A68652-DD6C-4469-BB98-6F096DA1EB0D}" type="sibTrans" cxnId="{C369DC9D-83A2-47B2-90B2-F23128315163}">
      <dgm:prSet/>
      <dgm:spPr/>
      <dgm:t>
        <a:bodyPr/>
        <a:lstStyle/>
        <a:p>
          <a:endParaRPr lang="fr-BE"/>
        </a:p>
      </dgm:t>
    </dgm:pt>
    <dgm:pt modelId="{A0963228-11F0-4818-9F56-1303C654AD61}">
      <dgm:prSet/>
      <dgm:spPr/>
      <dgm:t>
        <a:bodyPr/>
        <a:lstStyle/>
        <a:p>
          <a:r>
            <a:rPr lang="fr-BE" dirty="0"/>
            <a:t>- </a:t>
          </a:r>
          <a:r>
            <a:rPr lang="fr-BE" dirty="0" err="1"/>
            <a:t>storage</a:t>
          </a:r>
          <a:r>
            <a:rPr lang="fr-BE" dirty="0"/>
            <a:t>: </a:t>
          </a:r>
          <a:r>
            <a:rPr lang="fr-BE" dirty="0" err="1"/>
            <a:t>capacitatea</a:t>
          </a:r>
          <a:r>
            <a:rPr lang="fr-BE" dirty="0"/>
            <a:t> de </a:t>
          </a:r>
          <a:r>
            <a:rPr lang="fr-BE" dirty="0" err="1"/>
            <a:t>stocare</a:t>
          </a:r>
          <a:r>
            <a:rPr lang="fr-BE" dirty="0"/>
            <a:t> (GB)</a:t>
          </a:r>
        </a:p>
      </dgm:t>
    </dgm:pt>
    <dgm:pt modelId="{B5474DA3-01C7-4858-B668-95BF8FAC89EE}" type="parTrans" cxnId="{9B6696CE-7137-4C9E-B4FF-28DEDEC32AD6}">
      <dgm:prSet/>
      <dgm:spPr/>
      <dgm:t>
        <a:bodyPr/>
        <a:lstStyle/>
        <a:p>
          <a:endParaRPr lang="fr-BE"/>
        </a:p>
      </dgm:t>
    </dgm:pt>
    <dgm:pt modelId="{79120B0C-B11D-4FD5-B7C3-5C98AD786F3D}" type="sibTrans" cxnId="{9B6696CE-7137-4C9E-B4FF-28DEDEC32AD6}">
      <dgm:prSet/>
      <dgm:spPr/>
      <dgm:t>
        <a:bodyPr/>
        <a:lstStyle/>
        <a:p>
          <a:endParaRPr lang="fr-BE"/>
        </a:p>
      </dgm:t>
    </dgm:pt>
    <dgm:pt modelId="{7A32FCEA-0EF9-4506-A39B-2040990E77D9}">
      <dgm:prSet/>
      <dgm:spPr/>
      <dgm:t>
        <a:bodyPr/>
        <a:lstStyle/>
        <a:p>
          <a:r>
            <a:rPr lang="fr-BE"/>
            <a:t>- ram: memoria RAM (GB)</a:t>
          </a:r>
        </a:p>
      </dgm:t>
    </dgm:pt>
    <dgm:pt modelId="{BDFDD2AF-C07A-4474-AD37-39D15CFC52AB}" type="parTrans" cxnId="{99D1CD24-BE20-4FA7-9336-F91345E9AD14}">
      <dgm:prSet/>
      <dgm:spPr/>
      <dgm:t>
        <a:bodyPr/>
        <a:lstStyle/>
        <a:p>
          <a:endParaRPr lang="fr-BE"/>
        </a:p>
      </dgm:t>
    </dgm:pt>
    <dgm:pt modelId="{311256DB-057C-4A1F-9C14-0BDC6F7D87C3}" type="sibTrans" cxnId="{99D1CD24-BE20-4FA7-9336-F91345E9AD14}">
      <dgm:prSet/>
      <dgm:spPr/>
      <dgm:t>
        <a:bodyPr/>
        <a:lstStyle/>
        <a:p>
          <a:endParaRPr lang="fr-BE"/>
        </a:p>
      </dgm:t>
    </dgm:pt>
    <dgm:pt modelId="{3AD10F65-C593-405F-80A6-EC8A6D6618E5}">
      <dgm:prSet/>
      <dgm:spPr/>
      <dgm:t>
        <a:bodyPr/>
        <a:lstStyle/>
        <a:p>
          <a:r>
            <a:rPr lang="fr-BE"/>
            <a:t>- brand: marca telefonului (Samsung, Xiaomi, etc.)</a:t>
          </a:r>
        </a:p>
      </dgm:t>
    </dgm:pt>
    <dgm:pt modelId="{D13A788F-09B8-49A3-96D2-335C95182897}" type="parTrans" cxnId="{89E86D95-AC5A-46E4-A0CF-3153060C016C}">
      <dgm:prSet/>
      <dgm:spPr/>
      <dgm:t>
        <a:bodyPr/>
        <a:lstStyle/>
        <a:p>
          <a:endParaRPr lang="fr-BE"/>
        </a:p>
      </dgm:t>
    </dgm:pt>
    <dgm:pt modelId="{FBE5BCE9-D0ED-4F1B-8B2E-5F63478D260B}" type="sibTrans" cxnId="{89E86D95-AC5A-46E4-A0CF-3153060C016C}">
      <dgm:prSet/>
      <dgm:spPr/>
      <dgm:t>
        <a:bodyPr/>
        <a:lstStyle/>
        <a:p>
          <a:endParaRPr lang="fr-BE"/>
        </a:p>
      </dgm:t>
    </dgm:pt>
    <dgm:pt modelId="{45C2D8C7-B7CC-4BA1-98E7-A3ECC3656022}">
      <dgm:prSet/>
      <dgm:spPr/>
      <dgm:t>
        <a:bodyPr/>
        <a:lstStyle/>
        <a:p>
          <a:r>
            <a:rPr lang="fr-BE"/>
            <a:t>📈 Setul de date a fost curățat și pregătit pentru analiza statistică.</a:t>
          </a:r>
        </a:p>
      </dgm:t>
    </dgm:pt>
    <dgm:pt modelId="{C28600C3-6267-4F3A-8610-8A33D3D247CD}" type="parTrans" cxnId="{BA5DEBDA-3F86-45AD-9381-3CDD611B259A}">
      <dgm:prSet/>
      <dgm:spPr/>
      <dgm:t>
        <a:bodyPr/>
        <a:lstStyle/>
        <a:p>
          <a:endParaRPr lang="fr-BE"/>
        </a:p>
      </dgm:t>
    </dgm:pt>
    <dgm:pt modelId="{5D375684-6CAC-480A-89AB-4B1D607E45A2}" type="sibTrans" cxnId="{BA5DEBDA-3F86-45AD-9381-3CDD611B259A}">
      <dgm:prSet/>
      <dgm:spPr/>
      <dgm:t>
        <a:bodyPr/>
        <a:lstStyle/>
        <a:p>
          <a:endParaRPr lang="fr-BE"/>
        </a:p>
      </dgm:t>
    </dgm:pt>
    <dgm:pt modelId="{EF4BFABB-CA72-4AA7-9FE1-28EF17F385AF}" type="pres">
      <dgm:prSet presAssocID="{2E69B628-8B78-46A0-AB19-725C5B73E2D8}" presName="Name0" presStyleCnt="0">
        <dgm:presLayoutVars>
          <dgm:chMax val="7"/>
          <dgm:chPref val="7"/>
          <dgm:dir/>
        </dgm:presLayoutVars>
      </dgm:prSet>
      <dgm:spPr/>
    </dgm:pt>
    <dgm:pt modelId="{B797E2C0-FAAC-4490-9906-4181A6D7E0C1}" type="pres">
      <dgm:prSet presAssocID="{2E69B628-8B78-46A0-AB19-725C5B73E2D8}" presName="Name1" presStyleCnt="0"/>
      <dgm:spPr/>
    </dgm:pt>
    <dgm:pt modelId="{F6AD6439-2CC8-46FC-8209-2F31C2FB2714}" type="pres">
      <dgm:prSet presAssocID="{2E69B628-8B78-46A0-AB19-725C5B73E2D8}" presName="cycle" presStyleCnt="0"/>
      <dgm:spPr/>
    </dgm:pt>
    <dgm:pt modelId="{DF4CF914-EBF6-4540-9D27-0053A6117707}" type="pres">
      <dgm:prSet presAssocID="{2E69B628-8B78-46A0-AB19-725C5B73E2D8}" presName="srcNode" presStyleLbl="node1" presStyleIdx="0" presStyleCnt="7"/>
      <dgm:spPr/>
    </dgm:pt>
    <dgm:pt modelId="{7573F616-2EB6-459D-BD03-98FA7D769E43}" type="pres">
      <dgm:prSet presAssocID="{2E69B628-8B78-46A0-AB19-725C5B73E2D8}" presName="conn" presStyleLbl="parChTrans1D2" presStyleIdx="0" presStyleCnt="1"/>
      <dgm:spPr/>
    </dgm:pt>
    <dgm:pt modelId="{FB1FB59E-508A-49D5-9653-95D04118D8CD}" type="pres">
      <dgm:prSet presAssocID="{2E69B628-8B78-46A0-AB19-725C5B73E2D8}" presName="extraNode" presStyleLbl="node1" presStyleIdx="0" presStyleCnt="7"/>
      <dgm:spPr/>
    </dgm:pt>
    <dgm:pt modelId="{E5FC9996-3899-4FD7-90BD-038FC040D7CE}" type="pres">
      <dgm:prSet presAssocID="{2E69B628-8B78-46A0-AB19-725C5B73E2D8}" presName="dstNode" presStyleLbl="node1" presStyleIdx="0" presStyleCnt="7"/>
      <dgm:spPr/>
    </dgm:pt>
    <dgm:pt modelId="{22BB36AD-F1EF-4A1B-9EA8-6AB25FE4929C}" type="pres">
      <dgm:prSet presAssocID="{F23DC113-FC65-4AA7-9DC0-3AB823887DB4}" presName="text_1" presStyleLbl="node1" presStyleIdx="0" presStyleCnt="7">
        <dgm:presLayoutVars>
          <dgm:bulletEnabled val="1"/>
        </dgm:presLayoutVars>
      </dgm:prSet>
      <dgm:spPr/>
    </dgm:pt>
    <dgm:pt modelId="{FD07B3AA-E7B1-4E3F-94D6-5FEDAC2020A0}" type="pres">
      <dgm:prSet presAssocID="{F23DC113-FC65-4AA7-9DC0-3AB823887DB4}" presName="accent_1" presStyleCnt="0"/>
      <dgm:spPr/>
    </dgm:pt>
    <dgm:pt modelId="{42D9FA25-4FA9-411B-A1A7-1C32F269B5BB}" type="pres">
      <dgm:prSet presAssocID="{F23DC113-FC65-4AA7-9DC0-3AB823887DB4}" presName="accentRepeatNode" presStyleLbl="solidFgAcc1" presStyleIdx="0" presStyleCnt="7"/>
      <dgm:spPr/>
    </dgm:pt>
    <dgm:pt modelId="{9C98867A-2D49-4BC0-A662-A45AD7B56770}" type="pres">
      <dgm:prSet presAssocID="{E1B29C19-55E0-4A71-86F5-2AE51F1A2EB5}" presName="text_2" presStyleLbl="node1" presStyleIdx="1" presStyleCnt="7">
        <dgm:presLayoutVars>
          <dgm:bulletEnabled val="1"/>
        </dgm:presLayoutVars>
      </dgm:prSet>
      <dgm:spPr/>
    </dgm:pt>
    <dgm:pt modelId="{26BB7C45-E3D6-4888-9436-DDC4408EB013}" type="pres">
      <dgm:prSet presAssocID="{E1B29C19-55E0-4A71-86F5-2AE51F1A2EB5}" presName="accent_2" presStyleCnt="0"/>
      <dgm:spPr/>
    </dgm:pt>
    <dgm:pt modelId="{0F57EC7A-547D-47EB-B9CF-52269B40DA4F}" type="pres">
      <dgm:prSet presAssocID="{E1B29C19-55E0-4A71-86F5-2AE51F1A2EB5}" presName="accentRepeatNode" presStyleLbl="solidFgAcc1" presStyleIdx="1" presStyleCnt="7"/>
      <dgm:spPr/>
    </dgm:pt>
    <dgm:pt modelId="{3CE2D0FA-7042-4DD8-8A90-C4DC309FFAB9}" type="pres">
      <dgm:prSet presAssocID="{F6801950-88C0-412A-AF9F-609FC8C3B73D}" presName="text_3" presStyleLbl="node1" presStyleIdx="2" presStyleCnt="7">
        <dgm:presLayoutVars>
          <dgm:bulletEnabled val="1"/>
        </dgm:presLayoutVars>
      </dgm:prSet>
      <dgm:spPr/>
    </dgm:pt>
    <dgm:pt modelId="{9434974E-8ECE-45C2-96DA-AC8EBD297D8F}" type="pres">
      <dgm:prSet presAssocID="{F6801950-88C0-412A-AF9F-609FC8C3B73D}" presName="accent_3" presStyleCnt="0"/>
      <dgm:spPr/>
    </dgm:pt>
    <dgm:pt modelId="{5B49AB4A-200F-4AA0-981D-FDF5E0972C9C}" type="pres">
      <dgm:prSet presAssocID="{F6801950-88C0-412A-AF9F-609FC8C3B73D}" presName="accentRepeatNode" presStyleLbl="solidFgAcc1" presStyleIdx="2" presStyleCnt="7"/>
      <dgm:spPr/>
    </dgm:pt>
    <dgm:pt modelId="{9F33D074-9A23-45D8-A0BF-8B8332C2D8D3}" type="pres">
      <dgm:prSet presAssocID="{A0963228-11F0-4818-9F56-1303C654AD61}" presName="text_4" presStyleLbl="node1" presStyleIdx="3" presStyleCnt="7">
        <dgm:presLayoutVars>
          <dgm:bulletEnabled val="1"/>
        </dgm:presLayoutVars>
      </dgm:prSet>
      <dgm:spPr/>
    </dgm:pt>
    <dgm:pt modelId="{90F921D3-4EE8-4999-B5B6-A2E8D99B70A6}" type="pres">
      <dgm:prSet presAssocID="{A0963228-11F0-4818-9F56-1303C654AD61}" presName="accent_4" presStyleCnt="0"/>
      <dgm:spPr/>
    </dgm:pt>
    <dgm:pt modelId="{9ABF7EDD-82BC-4A47-898C-34258D3C8605}" type="pres">
      <dgm:prSet presAssocID="{A0963228-11F0-4818-9F56-1303C654AD61}" presName="accentRepeatNode" presStyleLbl="solidFgAcc1" presStyleIdx="3" presStyleCnt="7"/>
      <dgm:spPr/>
    </dgm:pt>
    <dgm:pt modelId="{91AB620C-FE6E-4E54-9E76-1BEB6D7BFA4A}" type="pres">
      <dgm:prSet presAssocID="{7A32FCEA-0EF9-4506-A39B-2040990E77D9}" presName="text_5" presStyleLbl="node1" presStyleIdx="4" presStyleCnt="7">
        <dgm:presLayoutVars>
          <dgm:bulletEnabled val="1"/>
        </dgm:presLayoutVars>
      </dgm:prSet>
      <dgm:spPr/>
    </dgm:pt>
    <dgm:pt modelId="{3397A35A-D891-4349-B4AE-A03E7ADBE26D}" type="pres">
      <dgm:prSet presAssocID="{7A32FCEA-0EF9-4506-A39B-2040990E77D9}" presName="accent_5" presStyleCnt="0"/>
      <dgm:spPr/>
    </dgm:pt>
    <dgm:pt modelId="{D72D0ABA-EF2C-4CC4-97BF-909BB4891B7C}" type="pres">
      <dgm:prSet presAssocID="{7A32FCEA-0EF9-4506-A39B-2040990E77D9}" presName="accentRepeatNode" presStyleLbl="solidFgAcc1" presStyleIdx="4" presStyleCnt="7"/>
      <dgm:spPr/>
    </dgm:pt>
    <dgm:pt modelId="{C1485EA4-1101-4AFA-B612-3FE2C2F56732}" type="pres">
      <dgm:prSet presAssocID="{3AD10F65-C593-405F-80A6-EC8A6D6618E5}" presName="text_6" presStyleLbl="node1" presStyleIdx="5" presStyleCnt="7">
        <dgm:presLayoutVars>
          <dgm:bulletEnabled val="1"/>
        </dgm:presLayoutVars>
      </dgm:prSet>
      <dgm:spPr/>
    </dgm:pt>
    <dgm:pt modelId="{94CB4F38-AC61-47BE-9153-C0862D9EABA5}" type="pres">
      <dgm:prSet presAssocID="{3AD10F65-C593-405F-80A6-EC8A6D6618E5}" presName="accent_6" presStyleCnt="0"/>
      <dgm:spPr/>
    </dgm:pt>
    <dgm:pt modelId="{62E9E2D9-EF25-48A0-AD28-9ABD82646286}" type="pres">
      <dgm:prSet presAssocID="{3AD10F65-C593-405F-80A6-EC8A6D6618E5}" presName="accentRepeatNode" presStyleLbl="solidFgAcc1" presStyleIdx="5" presStyleCnt="7"/>
      <dgm:spPr/>
    </dgm:pt>
    <dgm:pt modelId="{1D4C0EE7-87CA-4665-8067-FE24F8A1947A}" type="pres">
      <dgm:prSet presAssocID="{45C2D8C7-B7CC-4BA1-98E7-A3ECC3656022}" presName="text_7" presStyleLbl="node1" presStyleIdx="6" presStyleCnt="7">
        <dgm:presLayoutVars>
          <dgm:bulletEnabled val="1"/>
        </dgm:presLayoutVars>
      </dgm:prSet>
      <dgm:spPr/>
    </dgm:pt>
    <dgm:pt modelId="{D05373A7-0D8C-48A3-8FB1-BDC3F9C6A95E}" type="pres">
      <dgm:prSet presAssocID="{45C2D8C7-B7CC-4BA1-98E7-A3ECC3656022}" presName="accent_7" presStyleCnt="0"/>
      <dgm:spPr/>
    </dgm:pt>
    <dgm:pt modelId="{3876916A-AC34-4C9E-A20C-243F1BEB3093}" type="pres">
      <dgm:prSet presAssocID="{45C2D8C7-B7CC-4BA1-98E7-A3ECC3656022}" presName="accentRepeatNode" presStyleLbl="solidFgAcc1" presStyleIdx="6" presStyleCnt="7"/>
      <dgm:spPr/>
    </dgm:pt>
  </dgm:ptLst>
  <dgm:cxnLst>
    <dgm:cxn modelId="{35973601-124C-48B6-A050-ABF7243A17A0}" type="presOf" srcId="{7A32FCEA-0EF9-4506-A39B-2040990E77D9}" destId="{91AB620C-FE6E-4E54-9E76-1BEB6D7BFA4A}" srcOrd="0" destOrd="0" presId="urn:microsoft.com/office/officeart/2008/layout/VerticalCurvedList"/>
    <dgm:cxn modelId="{0A9A0204-03E6-4394-9027-70391A00965F}" type="presOf" srcId="{2E69B628-8B78-46A0-AB19-725C5B73E2D8}" destId="{EF4BFABB-CA72-4AA7-9FE1-28EF17F385AF}" srcOrd="0" destOrd="0" presId="urn:microsoft.com/office/officeart/2008/layout/VerticalCurvedList"/>
    <dgm:cxn modelId="{99D1CD24-BE20-4FA7-9336-F91345E9AD14}" srcId="{2E69B628-8B78-46A0-AB19-725C5B73E2D8}" destId="{7A32FCEA-0EF9-4506-A39B-2040990E77D9}" srcOrd="4" destOrd="0" parTransId="{BDFDD2AF-C07A-4474-AD37-39D15CFC52AB}" sibTransId="{311256DB-057C-4A1F-9C14-0BDC6F7D87C3}"/>
    <dgm:cxn modelId="{352BA630-A57C-4171-9AAA-1B8A0D69F600}" type="presOf" srcId="{F6801950-88C0-412A-AF9F-609FC8C3B73D}" destId="{3CE2D0FA-7042-4DD8-8A90-C4DC309FFAB9}" srcOrd="0" destOrd="0" presId="urn:microsoft.com/office/officeart/2008/layout/VerticalCurvedList"/>
    <dgm:cxn modelId="{F96AB037-FC60-4C8A-A403-C2AAD3A2F716}" type="presOf" srcId="{45C2D8C7-B7CC-4BA1-98E7-A3ECC3656022}" destId="{1D4C0EE7-87CA-4665-8067-FE24F8A1947A}" srcOrd="0" destOrd="0" presId="urn:microsoft.com/office/officeart/2008/layout/VerticalCurvedList"/>
    <dgm:cxn modelId="{606E8B3A-1288-4C7C-AA65-61F3C13C2994}" type="presOf" srcId="{4E965EA0-EB44-40FE-8653-DFDA358F27D1}" destId="{7573F616-2EB6-459D-BD03-98FA7D769E43}" srcOrd="0" destOrd="0" presId="urn:microsoft.com/office/officeart/2008/layout/VerticalCurvedList"/>
    <dgm:cxn modelId="{002EF753-1441-4F9A-ABCD-35C63705B006}" type="presOf" srcId="{3AD10F65-C593-405F-80A6-EC8A6D6618E5}" destId="{C1485EA4-1101-4AFA-B612-3FE2C2F56732}" srcOrd="0" destOrd="0" presId="urn:microsoft.com/office/officeart/2008/layout/VerticalCurvedList"/>
    <dgm:cxn modelId="{89E86D95-AC5A-46E4-A0CF-3153060C016C}" srcId="{2E69B628-8B78-46A0-AB19-725C5B73E2D8}" destId="{3AD10F65-C593-405F-80A6-EC8A6D6618E5}" srcOrd="5" destOrd="0" parTransId="{D13A788F-09B8-49A3-96D2-335C95182897}" sibTransId="{FBE5BCE9-D0ED-4F1B-8B2E-5F63478D260B}"/>
    <dgm:cxn modelId="{C369DC9D-83A2-47B2-90B2-F23128315163}" srcId="{2E69B628-8B78-46A0-AB19-725C5B73E2D8}" destId="{F6801950-88C0-412A-AF9F-609FC8C3B73D}" srcOrd="2" destOrd="0" parTransId="{7DEC50D4-008A-4365-ADCD-F703B1EA88E8}" sibTransId="{51A68652-DD6C-4469-BB98-6F096DA1EB0D}"/>
    <dgm:cxn modelId="{D3D2F3A9-1F7C-4572-B224-BB45B96DFD0B}" type="presOf" srcId="{E1B29C19-55E0-4A71-86F5-2AE51F1A2EB5}" destId="{9C98867A-2D49-4BC0-A662-A45AD7B56770}" srcOrd="0" destOrd="0" presId="urn:microsoft.com/office/officeart/2008/layout/VerticalCurvedList"/>
    <dgm:cxn modelId="{7EA4FDC8-6ED7-44A8-B273-CA3244500996}" type="presOf" srcId="{F23DC113-FC65-4AA7-9DC0-3AB823887DB4}" destId="{22BB36AD-F1EF-4A1B-9EA8-6AB25FE4929C}" srcOrd="0" destOrd="0" presId="urn:microsoft.com/office/officeart/2008/layout/VerticalCurvedList"/>
    <dgm:cxn modelId="{9B6696CE-7137-4C9E-B4FF-28DEDEC32AD6}" srcId="{2E69B628-8B78-46A0-AB19-725C5B73E2D8}" destId="{A0963228-11F0-4818-9F56-1303C654AD61}" srcOrd="3" destOrd="0" parTransId="{B5474DA3-01C7-4858-B668-95BF8FAC89EE}" sibTransId="{79120B0C-B11D-4FD5-B7C3-5C98AD786F3D}"/>
    <dgm:cxn modelId="{895726D0-6DA2-4295-8694-229E1CF393DF}" srcId="{2E69B628-8B78-46A0-AB19-725C5B73E2D8}" destId="{F23DC113-FC65-4AA7-9DC0-3AB823887DB4}" srcOrd="0" destOrd="0" parTransId="{31A09990-6B45-49E2-88EC-EF645C824D22}" sibTransId="{4E965EA0-EB44-40FE-8653-DFDA358F27D1}"/>
    <dgm:cxn modelId="{F63DA1D1-D5CA-49D6-B2C2-6025BC7736CF}" type="presOf" srcId="{A0963228-11F0-4818-9F56-1303C654AD61}" destId="{9F33D074-9A23-45D8-A0BF-8B8332C2D8D3}" srcOrd="0" destOrd="0" presId="urn:microsoft.com/office/officeart/2008/layout/VerticalCurvedList"/>
    <dgm:cxn modelId="{BA5DEBDA-3F86-45AD-9381-3CDD611B259A}" srcId="{2E69B628-8B78-46A0-AB19-725C5B73E2D8}" destId="{45C2D8C7-B7CC-4BA1-98E7-A3ECC3656022}" srcOrd="6" destOrd="0" parTransId="{C28600C3-6267-4F3A-8610-8A33D3D247CD}" sibTransId="{5D375684-6CAC-480A-89AB-4B1D607E45A2}"/>
    <dgm:cxn modelId="{E854EFE1-BEF8-4C11-ABEE-374251D54C67}" srcId="{2E69B628-8B78-46A0-AB19-725C5B73E2D8}" destId="{E1B29C19-55E0-4A71-86F5-2AE51F1A2EB5}" srcOrd="1" destOrd="0" parTransId="{C901609D-65F7-4B01-984E-2B854847338B}" sibTransId="{FAC7F90F-DFF5-451F-849A-AD66B5036B02}"/>
    <dgm:cxn modelId="{850AADF8-E770-40B4-9A06-D21569934F33}" type="presParOf" srcId="{EF4BFABB-CA72-4AA7-9FE1-28EF17F385AF}" destId="{B797E2C0-FAAC-4490-9906-4181A6D7E0C1}" srcOrd="0" destOrd="0" presId="urn:microsoft.com/office/officeart/2008/layout/VerticalCurvedList"/>
    <dgm:cxn modelId="{656A36B4-26E1-4BD2-9B10-496CECF0E8BE}" type="presParOf" srcId="{B797E2C0-FAAC-4490-9906-4181A6D7E0C1}" destId="{F6AD6439-2CC8-46FC-8209-2F31C2FB2714}" srcOrd="0" destOrd="0" presId="urn:microsoft.com/office/officeart/2008/layout/VerticalCurvedList"/>
    <dgm:cxn modelId="{C7629188-8EF1-403B-93CA-0A5B5F18171E}" type="presParOf" srcId="{F6AD6439-2CC8-46FC-8209-2F31C2FB2714}" destId="{DF4CF914-EBF6-4540-9D27-0053A6117707}" srcOrd="0" destOrd="0" presId="urn:microsoft.com/office/officeart/2008/layout/VerticalCurvedList"/>
    <dgm:cxn modelId="{3EEF2A47-34E4-49C7-8394-BC9EF1101928}" type="presParOf" srcId="{F6AD6439-2CC8-46FC-8209-2F31C2FB2714}" destId="{7573F616-2EB6-459D-BD03-98FA7D769E43}" srcOrd="1" destOrd="0" presId="urn:microsoft.com/office/officeart/2008/layout/VerticalCurvedList"/>
    <dgm:cxn modelId="{9A94F8DD-0629-46DB-90CB-4CE1FCD40844}" type="presParOf" srcId="{F6AD6439-2CC8-46FC-8209-2F31C2FB2714}" destId="{FB1FB59E-508A-49D5-9653-95D04118D8CD}" srcOrd="2" destOrd="0" presId="urn:microsoft.com/office/officeart/2008/layout/VerticalCurvedList"/>
    <dgm:cxn modelId="{D299ED5E-6A68-4467-B92D-DE2F4E40C166}" type="presParOf" srcId="{F6AD6439-2CC8-46FC-8209-2F31C2FB2714}" destId="{E5FC9996-3899-4FD7-90BD-038FC040D7CE}" srcOrd="3" destOrd="0" presId="urn:microsoft.com/office/officeart/2008/layout/VerticalCurvedList"/>
    <dgm:cxn modelId="{D76EFF6E-901B-44D8-914D-217B69C8A8CA}" type="presParOf" srcId="{B797E2C0-FAAC-4490-9906-4181A6D7E0C1}" destId="{22BB36AD-F1EF-4A1B-9EA8-6AB25FE4929C}" srcOrd="1" destOrd="0" presId="urn:microsoft.com/office/officeart/2008/layout/VerticalCurvedList"/>
    <dgm:cxn modelId="{A732A8FB-5CCE-406C-A178-096B5FA3D13F}" type="presParOf" srcId="{B797E2C0-FAAC-4490-9906-4181A6D7E0C1}" destId="{FD07B3AA-E7B1-4E3F-94D6-5FEDAC2020A0}" srcOrd="2" destOrd="0" presId="urn:microsoft.com/office/officeart/2008/layout/VerticalCurvedList"/>
    <dgm:cxn modelId="{6E0CBC49-2912-45F4-8F79-70164C28250F}" type="presParOf" srcId="{FD07B3AA-E7B1-4E3F-94D6-5FEDAC2020A0}" destId="{42D9FA25-4FA9-411B-A1A7-1C32F269B5BB}" srcOrd="0" destOrd="0" presId="urn:microsoft.com/office/officeart/2008/layout/VerticalCurvedList"/>
    <dgm:cxn modelId="{953B31AF-0B31-45D8-BDEA-A761E399E261}" type="presParOf" srcId="{B797E2C0-FAAC-4490-9906-4181A6D7E0C1}" destId="{9C98867A-2D49-4BC0-A662-A45AD7B56770}" srcOrd="3" destOrd="0" presId="urn:microsoft.com/office/officeart/2008/layout/VerticalCurvedList"/>
    <dgm:cxn modelId="{C408514B-1B3E-46C8-B7AE-153371D1BFCC}" type="presParOf" srcId="{B797E2C0-FAAC-4490-9906-4181A6D7E0C1}" destId="{26BB7C45-E3D6-4888-9436-DDC4408EB013}" srcOrd="4" destOrd="0" presId="urn:microsoft.com/office/officeart/2008/layout/VerticalCurvedList"/>
    <dgm:cxn modelId="{E46D010B-190E-4CEF-8F3F-86530B86E923}" type="presParOf" srcId="{26BB7C45-E3D6-4888-9436-DDC4408EB013}" destId="{0F57EC7A-547D-47EB-B9CF-52269B40DA4F}" srcOrd="0" destOrd="0" presId="urn:microsoft.com/office/officeart/2008/layout/VerticalCurvedList"/>
    <dgm:cxn modelId="{DA6D0E43-2972-4DA7-8F12-11DDD4A10801}" type="presParOf" srcId="{B797E2C0-FAAC-4490-9906-4181A6D7E0C1}" destId="{3CE2D0FA-7042-4DD8-8A90-C4DC309FFAB9}" srcOrd="5" destOrd="0" presId="urn:microsoft.com/office/officeart/2008/layout/VerticalCurvedList"/>
    <dgm:cxn modelId="{E793175E-6B77-472A-9B80-1423551826EB}" type="presParOf" srcId="{B797E2C0-FAAC-4490-9906-4181A6D7E0C1}" destId="{9434974E-8ECE-45C2-96DA-AC8EBD297D8F}" srcOrd="6" destOrd="0" presId="urn:microsoft.com/office/officeart/2008/layout/VerticalCurvedList"/>
    <dgm:cxn modelId="{AB37F903-560C-409D-BF5F-C18C27FA5753}" type="presParOf" srcId="{9434974E-8ECE-45C2-96DA-AC8EBD297D8F}" destId="{5B49AB4A-200F-4AA0-981D-FDF5E0972C9C}" srcOrd="0" destOrd="0" presId="urn:microsoft.com/office/officeart/2008/layout/VerticalCurvedList"/>
    <dgm:cxn modelId="{8D607065-09E3-48E7-9CDA-5DECC4DF5860}" type="presParOf" srcId="{B797E2C0-FAAC-4490-9906-4181A6D7E0C1}" destId="{9F33D074-9A23-45D8-A0BF-8B8332C2D8D3}" srcOrd="7" destOrd="0" presId="urn:microsoft.com/office/officeart/2008/layout/VerticalCurvedList"/>
    <dgm:cxn modelId="{BDD9C77C-41A3-42B2-9A5E-7AAA53FE36A2}" type="presParOf" srcId="{B797E2C0-FAAC-4490-9906-4181A6D7E0C1}" destId="{90F921D3-4EE8-4999-B5B6-A2E8D99B70A6}" srcOrd="8" destOrd="0" presId="urn:microsoft.com/office/officeart/2008/layout/VerticalCurvedList"/>
    <dgm:cxn modelId="{84D57212-30A4-4794-AC91-14889E5BE2CD}" type="presParOf" srcId="{90F921D3-4EE8-4999-B5B6-A2E8D99B70A6}" destId="{9ABF7EDD-82BC-4A47-898C-34258D3C8605}" srcOrd="0" destOrd="0" presId="urn:microsoft.com/office/officeart/2008/layout/VerticalCurvedList"/>
    <dgm:cxn modelId="{4FFF56BB-906F-4471-920D-5EEAD5FEAF40}" type="presParOf" srcId="{B797E2C0-FAAC-4490-9906-4181A6D7E0C1}" destId="{91AB620C-FE6E-4E54-9E76-1BEB6D7BFA4A}" srcOrd="9" destOrd="0" presId="urn:microsoft.com/office/officeart/2008/layout/VerticalCurvedList"/>
    <dgm:cxn modelId="{068EA9ED-9A30-42FE-86AA-164214EDA9AB}" type="presParOf" srcId="{B797E2C0-FAAC-4490-9906-4181A6D7E0C1}" destId="{3397A35A-D891-4349-B4AE-A03E7ADBE26D}" srcOrd="10" destOrd="0" presId="urn:microsoft.com/office/officeart/2008/layout/VerticalCurvedList"/>
    <dgm:cxn modelId="{5FE5C3C4-4550-485A-8FEB-0E3AFD2E7226}" type="presParOf" srcId="{3397A35A-D891-4349-B4AE-A03E7ADBE26D}" destId="{D72D0ABA-EF2C-4CC4-97BF-909BB4891B7C}" srcOrd="0" destOrd="0" presId="urn:microsoft.com/office/officeart/2008/layout/VerticalCurvedList"/>
    <dgm:cxn modelId="{8A43CE5D-9B9B-4D2F-918C-C5A67093EE40}" type="presParOf" srcId="{B797E2C0-FAAC-4490-9906-4181A6D7E0C1}" destId="{C1485EA4-1101-4AFA-B612-3FE2C2F56732}" srcOrd="11" destOrd="0" presId="urn:microsoft.com/office/officeart/2008/layout/VerticalCurvedList"/>
    <dgm:cxn modelId="{1C97C1C9-4096-4ED0-AC8F-AA7DE45BE98C}" type="presParOf" srcId="{B797E2C0-FAAC-4490-9906-4181A6D7E0C1}" destId="{94CB4F38-AC61-47BE-9153-C0862D9EABA5}" srcOrd="12" destOrd="0" presId="urn:microsoft.com/office/officeart/2008/layout/VerticalCurvedList"/>
    <dgm:cxn modelId="{C7D8231F-FE44-48C2-AE76-97513CC2DE61}" type="presParOf" srcId="{94CB4F38-AC61-47BE-9153-C0862D9EABA5}" destId="{62E9E2D9-EF25-48A0-AD28-9ABD82646286}" srcOrd="0" destOrd="0" presId="urn:microsoft.com/office/officeart/2008/layout/VerticalCurvedList"/>
    <dgm:cxn modelId="{03AFC3AD-5A6D-4976-A061-998311B95F2A}" type="presParOf" srcId="{B797E2C0-FAAC-4490-9906-4181A6D7E0C1}" destId="{1D4C0EE7-87CA-4665-8067-FE24F8A1947A}" srcOrd="13" destOrd="0" presId="urn:microsoft.com/office/officeart/2008/layout/VerticalCurvedList"/>
    <dgm:cxn modelId="{9DA6E9A3-4F87-4874-9987-7261E59E2A07}" type="presParOf" srcId="{B797E2C0-FAAC-4490-9906-4181A6D7E0C1}" destId="{D05373A7-0D8C-48A3-8FB1-BDC3F9C6A95E}" srcOrd="14" destOrd="0" presId="urn:microsoft.com/office/officeart/2008/layout/VerticalCurvedList"/>
    <dgm:cxn modelId="{5AD4182C-9127-4AB8-B455-66303314BB66}" type="presParOf" srcId="{D05373A7-0D8C-48A3-8FB1-BDC3F9C6A95E}" destId="{3876916A-AC34-4C9E-A20C-243F1BEB309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651B4F-8113-4F4C-BAAA-DBB367572637}" type="doc">
      <dgm:prSet loTypeId="urn:microsoft.com/office/officeart/2005/8/layout/list1" loCatId="list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fr-BE"/>
        </a:p>
      </dgm:t>
    </dgm:pt>
    <dgm:pt modelId="{E836BCE6-BC31-40B9-9A03-A19A887AEE52}">
      <dgm:prSet custT="1"/>
      <dgm:spPr/>
      <dgm:t>
        <a:bodyPr/>
        <a:lstStyle/>
        <a:p>
          <a:r>
            <a:rPr lang="fr-BE" sz="1600" dirty="0"/>
            <a:t>🔍 </a:t>
          </a:r>
          <a:r>
            <a:rPr lang="fr-BE" sz="1600" dirty="0" err="1"/>
            <a:t>Analiza</a:t>
          </a:r>
          <a:r>
            <a:rPr lang="fr-BE" sz="1600" dirty="0"/>
            <a:t> </a:t>
          </a:r>
          <a:r>
            <a:rPr lang="fr-BE" sz="1600" dirty="0" err="1"/>
            <a:t>relațiilor</a:t>
          </a:r>
          <a:r>
            <a:rPr lang="fr-BE" sz="1600" dirty="0"/>
            <a:t> </a:t>
          </a:r>
          <a:r>
            <a:rPr lang="fr-BE" sz="1600" dirty="0" err="1"/>
            <a:t>dintre</a:t>
          </a:r>
          <a:r>
            <a:rPr lang="fr-BE" sz="1600" dirty="0"/>
            <a:t> </a:t>
          </a:r>
          <a:r>
            <a:rPr lang="fr-BE" sz="1600" dirty="0" err="1"/>
            <a:t>variabile</a:t>
          </a:r>
          <a:r>
            <a:rPr lang="fr-BE" sz="1600" dirty="0"/>
            <a:t>:</a:t>
          </a:r>
        </a:p>
      </dgm:t>
    </dgm:pt>
    <dgm:pt modelId="{2354A059-6482-4138-B479-7845E3DFAEEA}" type="parTrans" cxnId="{F681EEDD-C4D6-4E51-85A4-2BD9C1195E35}">
      <dgm:prSet/>
      <dgm:spPr/>
      <dgm:t>
        <a:bodyPr/>
        <a:lstStyle/>
        <a:p>
          <a:endParaRPr lang="fr-BE"/>
        </a:p>
      </dgm:t>
    </dgm:pt>
    <dgm:pt modelId="{9A66909B-120C-4BBA-99A8-9F632E713E6F}" type="sibTrans" cxnId="{F681EEDD-C4D6-4E51-85A4-2BD9C1195E35}">
      <dgm:prSet/>
      <dgm:spPr/>
      <dgm:t>
        <a:bodyPr/>
        <a:lstStyle/>
        <a:p>
          <a:endParaRPr lang="fr-BE"/>
        </a:p>
      </dgm:t>
    </dgm:pt>
    <dgm:pt modelId="{567C1A3E-6B05-43BC-B0D1-39CC7F7A7273}">
      <dgm:prSet/>
      <dgm:spPr/>
      <dgm:t>
        <a:bodyPr/>
        <a:lstStyle/>
        <a:p>
          <a:r>
            <a:rPr lang="fr-BE"/>
            <a:t>- Corelația dintre RAM și preț</a:t>
          </a:r>
        </a:p>
      </dgm:t>
    </dgm:pt>
    <dgm:pt modelId="{5D748CE0-E993-4DA7-93A1-F9E612A0252A}" type="parTrans" cxnId="{6353135A-A14E-4130-A3DE-1D4059737D1D}">
      <dgm:prSet/>
      <dgm:spPr/>
      <dgm:t>
        <a:bodyPr/>
        <a:lstStyle/>
        <a:p>
          <a:endParaRPr lang="fr-BE"/>
        </a:p>
      </dgm:t>
    </dgm:pt>
    <dgm:pt modelId="{E3468865-79D9-419E-B7D2-CC0655D7642B}" type="sibTrans" cxnId="{6353135A-A14E-4130-A3DE-1D4059737D1D}">
      <dgm:prSet/>
      <dgm:spPr/>
      <dgm:t>
        <a:bodyPr/>
        <a:lstStyle/>
        <a:p>
          <a:endParaRPr lang="fr-BE"/>
        </a:p>
      </dgm:t>
    </dgm:pt>
    <dgm:pt modelId="{62BFED36-0DB1-402E-B62A-0FDBE15C68B8}">
      <dgm:prSet/>
      <dgm:spPr/>
      <dgm:t>
        <a:bodyPr/>
        <a:lstStyle/>
        <a:p>
          <a:r>
            <a:rPr lang="fr-BE" dirty="0"/>
            <a:t>- </a:t>
          </a:r>
          <a:r>
            <a:rPr lang="fr-BE" dirty="0" err="1"/>
            <a:t>Influența</a:t>
          </a:r>
          <a:r>
            <a:rPr lang="fr-BE" dirty="0"/>
            <a:t> </a:t>
          </a:r>
          <a:r>
            <a:rPr lang="fr-BE" dirty="0" err="1"/>
            <a:t>mărcii</a:t>
          </a:r>
          <a:r>
            <a:rPr lang="fr-BE" dirty="0"/>
            <a:t> </a:t>
          </a:r>
          <a:r>
            <a:rPr lang="fr-BE" dirty="0" err="1"/>
            <a:t>asupra</a:t>
          </a:r>
          <a:r>
            <a:rPr lang="fr-BE" dirty="0"/>
            <a:t> </a:t>
          </a:r>
          <a:r>
            <a:rPr lang="fr-BE" dirty="0" err="1"/>
            <a:t>prețului</a:t>
          </a:r>
          <a:r>
            <a:rPr lang="fr-BE" dirty="0"/>
            <a:t> </a:t>
          </a:r>
          <a:r>
            <a:rPr lang="fr-BE" dirty="0" err="1"/>
            <a:t>mediu</a:t>
          </a:r>
          <a:endParaRPr lang="fr-BE" dirty="0"/>
        </a:p>
      </dgm:t>
    </dgm:pt>
    <dgm:pt modelId="{4E522B05-B2D8-4AE0-8908-1EB576BFCF17}" type="parTrans" cxnId="{C1B5B765-BB56-45CD-92A0-5433BD0E1C24}">
      <dgm:prSet/>
      <dgm:spPr/>
      <dgm:t>
        <a:bodyPr/>
        <a:lstStyle/>
        <a:p>
          <a:endParaRPr lang="fr-BE"/>
        </a:p>
      </dgm:t>
    </dgm:pt>
    <dgm:pt modelId="{85D33CD4-1AB5-4808-BA03-F004FFE8F9A2}" type="sibTrans" cxnId="{C1B5B765-BB56-45CD-92A0-5433BD0E1C24}">
      <dgm:prSet/>
      <dgm:spPr/>
      <dgm:t>
        <a:bodyPr/>
        <a:lstStyle/>
        <a:p>
          <a:endParaRPr lang="fr-BE"/>
        </a:p>
      </dgm:t>
    </dgm:pt>
    <dgm:pt modelId="{70BC7FAE-3D8C-45C9-A343-50CF8CF624F7}">
      <dgm:prSet/>
      <dgm:spPr/>
      <dgm:t>
        <a:bodyPr/>
        <a:lstStyle/>
        <a:p>
          <a:r>
            <a:rPr lang="fr-BE" dirty="0"/>
            <a:t>- </a:t>
          </a:r>
          <a:r>
            <a:rPr lang="fr-BE" dirty="0" err="1"/>
            <a:t>Distribuția</a:t>
          </a:r>
          <a:r>
            <a:rPr lang="fr-BE" dirty="0"/>
            <a:t> </a:t>
          </a:r>
          <a:r>
            <a:rPr lang="fr-BE" dirty="0" err="1"/>
            <a:t>prețurilor</a:t>
          </a:r>
          <a:r>
            <a:rPr lang="fr-BE" dirty="0"/>
            <a:t> </a:t>
          </a:r>
          <a:r>
            <a:rPr lang="fr-BE" dirty="0" err="1"/>
            <a:t>în</a:t>
          </a:r>
          <a:r>
            <a:rPr lang="fr-BE" dirty="0"/>
            <a:t> </a:t>
          </a:r>
          <a:r>
            <a:rPr lang="fr-BE" dirty="0" err="1"/>
            <a:t>funcție</a:t>
          </a:r>
          <a:r>
            <a:rPr lang="fr-BE" dirty="0"/>
            <a:t> de </a:t>
          </a:r>
          <a:r>
            <a:rPr lang="fr-BE" dirty="0" err="1"/>
            <a:t>gama</a:t>
          </a:r>
          <a:r>
            <a:rPr lang="fr-BE" dirty="0"/>
            <a:t> </a:t>
          </a:r>
          <a:r>
            <a:rPr lang="fr-BE" dirty="0" err="1"/>
            <a:t>produsului</a:t>
          </a:r>
          <a:endParaRPr lang="fr-BE" dirty="0"/>
        </a:p>
      </dgm:t>
    </dgm:pt>
    <dgm:pt modelId="{0BB804C2-C567-4314-82EF-42D1C108608D}" type="parTrans" cxnId="{E1D5C6FF-5DC1-488B-ABE5-ECF6BDDF2B1D}">
      <dgm:prSet/>
      <dgm:spPr/>
      <dgm:t>
        <a:bodyPr/>
        <a:lstStyle/>
        <a:p>
          <a:endParaRPr lang="fr-BE"/>
        </a:p>
      </dgm:t>
    </dgm:pt>
    <dgm:pt modelId="{26F49762-64DB-486B-8DC3-4A2A3587CDE7}" type="sibTrans" cxnId="{E1D5C6FF-5DC1-488B-ABE5-ECF6BDDF2B1D}">
      <dgm:prSet/>
      <dgm:spPr/>
      <dgm:t>
        <a:bodyPr/>
        <a:lstStyle/>
        <a:p>
          <a:endParaRPr lang="fr-BE"/>
        </a:p>
      </dgm:t>
    </dgm:pt>
    <dgm:pt modelId="{BD6947CC-8D6A-486D-BF35-0DF980036944}">
      <dgm:prSet custT="1"/>
      <dgm:spPr/>
      <dgm:t>
        <a:bodyPr/>
        <a:lstStyle/>
        <a:p>
          <a:r>
            <a:rPr lang="fr-BE" sz="1300" dirty="0"/>
            <a:t>📉 </a:t>
          </a:r>
          <a:r>
            <a:rPr lang="fr-BE" sz="1600" dirty="0" err="1"/>
            <a:t>Vizualizări</a:t>
          </a:r>
          <a:r>
            <a:rPr lang="fr-BE" sz="1600" dirty="0"/>
            <a:t> </a:t>
          </a:r>
          <a:r>
            <a:rPr lang="fr-BE" sz="1600" dirty="0" err="1"/>
            <a:t>utilizate</a:t>
          </a:r>
          <a:r>
            <a:rPr lang="fr-BE" sz="1600" dirty="0"/>
            <a:t>: </a:t>
          </a:r>
          <a:r>
            <a:rPr lang="fr-BE" sz="1600" dirty="0" err="1"/>
            <a:t>histograme</a:t>
          </a:r>
          <a:r>
            <a:rPr lang="fr-BE" sz="1600" dirty="0"/>
            <a:t>, </a:t>
          </a:r>
          <a:r>
            <a:rPr lang="fr-BE" sz="1600" dirty="0" err="1"/>
            <a:t>boxplot-uri</a:t>
          </a:r>
          <a:r>
            <a:rPr lang="fr-BE" sz="1600" dirty="0"/>
            <a:t>, </a:t>
          </a:r>
          <a:r>
            <a:rPr lang="fr-BE" sz="1600" dirty="0" err="1"/>
            <a:t>diagrame</a:t>
          </a:r>
          <a:r>
            <a:rPr lang="fr-BE" sz="1600" dirty="0"/>
            <a:t> de </a:t>
          </a:r>
          <a:r>
            <a:rPr lang="fr-BE" sz="1600" dirty="0" err="1"/>
            <a:t>dispersie</a:t>
          </a:r>
          <a:r>
            <a:rPr lang="fr-BE" sz="1300" dirty="0"/>
            <a:t>.</a:t>
          </a:r>
        </a:p>
      </dgm:t>
    </dgm:pt>
    <dgm:pt modelId="{68062E12-2490-4CE7-8A12-E85985B43925}" type="parTrans" cxnId="{F1D9C688-57EE-49DC-8025-2476F9A26E39}">
      <dgm:prSet/>
      <dgm:spPr/>
      <dgm:t>
        <a:bodyPr/>
        <a:lstStyle/>
        <a:p>
          <a:endParaRPr lang="fr-BE"/>
        </a:p>
      </dgm:t>
    </dgm:pt>
    <dgm:pt modelId="{C549CBF0-6772-495C-89CC-7298E0E5A2B5}" type="sibTrans" cxnId="{F1D9C688-57EE-49DC-8025-2476F9A26E39}">
      <dgm:prSet/>
      <dgm:spPr/>
      <dgm:t>
        <a:bodyPr/>
        <a:lstStyle/>
        <a:p>
          <a:endParaRPr lang="fr-BE"/>
        </a:p>
      </dgm:t>
    </dgm:pt>
    <dgm:pt modelId="{AAF326B6-7C1D-427F-B7F2-4869325179B2}" type="pres">
      <dgm:prSet presAssocID="{56651B4F-8113-4F4C-BAAA-DBB367572637}" presName="linear" presStyleCnt="0">
        <dgm:presLayoutVars>
          <dgm:dir/>
          <dgm:animLvl val="lvl"/>
          <dgm:resizeHandles val="exact"/>
        </dgm:presLayoutVars>
      </dgm:prSet>
      <dgm:spPr/>
    </dgm:pt>
    <dgm:pt modelId="{DC926456-8C57-43B9-B9B9-04B8EA0CE4EE}" type="pres">
      <dgm:prSet presAssocID="{E836BCE6-BC31-40B9-9A03-A19A887AEE52}" presName="parentLin" presStyleCnt="0"/>
      <dgm:spPr/>
    </dgm:pt>
    <dgm:pt modelId="{A6DF4F76-A270-46E9-8594-1F1BF5B8D16E}" type="pres">
      <dgm:prSet presAssocID="{E836BCE6-BC31-40B9-9A03-A19A887AEE52}" presName="parentLeftMargin" presStyleLbl="node1" presStyleIdx="0" presStyleCnt="5"/>
      <dgm:spPr/>
    </dgm:pt>
    <dgm:pt modelId="{DFF82300-6970-415F-8A50-526EA82CAE76}" type="pres">
      <dgm:prSet presAssocID="{E836BCE6-BC31-40B9-9A03-A19A887AEE5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CDAB057-2D49-4701-9FB2-1F545F8617BB}" type="pres">
      <dgm:prSet presAssocID="{E836BCE6-BC31-40B9-9A03-A19A887AEE52}" presName="negativeSpace" presStyleCnt="0"/>
      <dgm:spPr/>
    </dgm:pt>
    <dgm:pt modelId="{5AFDF462-9715-47AD-A96C-BA8325942F68}" type="pres">
      <dgm:prSet presAssocID="{E836BCE6-BC31-40B9-9A03-A19A887AEE52}" presName="childText" presStyleLbl="conFgAcc1" presStyleIdx="0" presStyleCnt="5">
        <dgm:presLayoutVars>
          <dgm:bulletEnabled val="1"/>
        </dgm:presLayoutVars>
      </dgm:prSet>
      <dgm:spPr/>
    </dgm:pt>
    <dgm:pt modelId="{1DA4D351-B9F4-46B7-937D-ED1857B45339}" type="pres">
      <dgm:prSet presAssocID="{9A66909B-120C-4BBA-99A8-9F632E713E6F}" presName="spaceBetweenRectangles" presStyleCnt="0"/>
      <dgm:spPr/>
    </dgm:pt>
    <dgm:pt modelId="{4F95E557-0F1D-4697-82CE-ADE319F7510E}" type="pres">
      <dgm:prSet presAssocID="{567C1A3E-6B05-43BC-B0D1-39CC7F7A7273}" presName="parentLin" presStyleCnt="0"/>
      <dgm:spPr/>
    </dgm:pt>
    <dgm:pt modelId="{12D41242-5CE4-41CC-8317-FE2B3A1870EC}" type="pres">
      <dgm:prSet presAssocID="{567C1A3E-6B05-43BC-B0D1-39CC7F7A7273}" presName="parentLeftMargin" presStyleLbl="node1" presStyleIdx="0" presStyleCnt="5"/>
      <dgm:spPr/>
    </dgm:pt>
    <dgm:pt modelId="{08102C48-593E-48EF-922B-4D321ADE34BC}" type="pres">
      <dgm:prSet presAssocID="{567C1A3E-6B05-43BC-B0D1-39CC7F7A727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558E339-8C0D-456E-9841-6B45CFBCD3A2}" type="pres">
      <dgm:prSet presAssocID="{567C1A3E-6B05-43BC-B0D1-39CC7F7A7273}" presName="negativeSpace" presStyleCnt="0"/>
      <dgm:spPr/>
    </dgm:pt>
    <dgm:pt modelId="{4202FF72-E76E-4127-A70C-B75D73E96BB7}" type="pres">
      <dgm:prSet presAssocID="{567C1A3E-6B05-43BC-B0D1-39CC7F7A7273}" presName="childText" presStyleLbl="conFgAcc1" presStyleIdx="1" presStyleCnt="5">
        <dgm:presLayoutVars>
          <dgm:bulletEnabled val="1"/>
        </dgm:presLayoutVars>
      </dgm:prSet>
      <dgm:spPr/>
    </dgm:pt>
    <dgm:pt modelId="{3AB3E60B-E716-41A6-A5AB-168FF6E2583F}" type="pres">
      <dgm:prSet presAssocID="{E3468865-79D9-419E-B7D2-CC0655D7642B}" presName="spaceBetweenRectangles" presStyleCnt="0"/>
      <dgm:spPr/>
    </dgm:pt>
    <dgm:pt modelId="{E3F6D415-C80D-47CF-9F7B-CE1323C58042}" type="pres">
      <dgm:prSet presAssocID="{62BFED36-0DB1-402E-B62A-0FDBE15C68B8}" presName="parentLin" presStyleCnt="0"/>
      <dgm:spPr/>
    </dgm:pt>
    <dgm:pt modelId="{06EE5ABD-6E99-41DD-904A-5156AC5245C2}" type="pres">
      <dgm:prSet presAssocID="{62BFED36-0DB1-402E-B62A-0FDBE15C68B8}" presName="parentLeftMargin" presStyleLbl="node1" presStyleIdx="1" presStyleCnt="5"/>
      <dgm:spPr/>
    </dgm:pt>
    <dgm:pt modelId="{265C7716-2708-4999-A982-4DE9FF5FF8F3}" type="pres">
      <dgm:prSet presAssocID="{62BFED36-0DB1-402E-B62A-0FDBE15C68B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2B44033-817A-4239-A891-828B404322F0}" type="pres">
      <dgm:prSet presAssocID="{62BFED36-0DB1-402E-B62A-0FDBE15C68B8}" presName="negativeSpace" presStyleCnt="0"/>
      <dgm:spPr/>
    </dgm:pt>
    <dgm:pt modelId="{E70EA0A5-4654-4C37-94F7-AFEC7117A5D0}" type="pres">
      <dgm:prSet presAssocID="{62BFED36-0DB1-402E-B62A-0FDBE15C68B8}" presName="childText" presStyleLbl="conFgAcc1" presStyleIdx="2" presStyleCnt="5">
        <dgm:presLayoutVars>
          <dgm:bulletEnabled val="1"/>
        </dgm:presLayoutVars>
      </dgm:prSet>
      <dgm:spPr/>
    </dgm:pt>
    <dgm:pt modelId="{EB768CDF-2881-4EBC-87AA-E142E9E5CDA8}" type="pres">
      <dgm:prSet presAssocID="{85D33CD4-1AB5-4808-BA03-F004FFE8F9A2}" presName="spaceBetweenRectangles" presStyleCnt="0"/>
      <dgm:spPr/>
    </dgm:pt>
    <dgm:pt modelId="{AC6E7426-82E4-4A58-B988-A81D328FDE36}" type="pres">
      <dgm:prSet presAssocID="{70BC7FAE-3D8C-45C9-A343-50CF8CF624F7}" presName="parentLin" presStyleCnt="0"/>
      <dgm:spPr/>
    </dgm:pt>
    <dgm:pt modelId="{04CC87E8-9AFC-47A5-90AA-7ADDD374617C}" type="pres">
      <dgm:prSet presAssocID="{70BC7FAE-3D8C-45C9-A343-50CF8CF624F7}" presName="parentLeftMargin" presStyleLbl="node1" presStyleIdx="2" presStyleCnt="5"/>
      <dgm:spPr/>
    </dgm:pt>
    <dgm:pt modelId="{C6BA3B22-2B6F-4200-8994-8BCE1214A8B0}" type="pres">
      <dgm:prSet presAssocID="{70BC7FAE-3D8C-45C9-A343-50CF8CF624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C0EA883-5636-4963-B37A-F2E11B319270}" type="pres">
      <dgm:prSet presAssocID="{70BC7FAE-3D8C-45C9-A343-50CF8CF624F7}" presName="negativeSpace" presStyleCnt="0"/>
      <dgm:spPr/>
    </dgm:pt>
    <dgm:pt modelId="{5F337E20-DF11-4E9A-B638-10189AE94A23}" type="pres">
      <dgm:prSet presAssocID="{70BC7FAE-3D8C-45C9-A343-50CF8CF624F7}" presName="childText" presStyleLbl="conFgAcc1" presStyleIdx="3" presStyleCnt="5">
        <dgm:presLayoutVars>
          <dgm:bulletEnabled val="1"/>
        </dgm:presLayoutVars>
      </dgm:prSet>
      <dgm:spPr/>
    </dgm:pt>
    <dgm:pt modelId="{DDE4CC52-2C70-473F-9045-1242A82F83FE}" type="pres">
      <dgm:prSet presAssocID="{26F49762-64DB-486B-8DC3-4A2A3587CDE7}" presName="spaceBetweenRectangles" presStyleCnt="0"/>
      <dgm:spPr/>
    </dgm:pt>
    <dgm:pt modelId="{2B026EA4-2C8D-40D4-BFE7-6D49AFBBBCFC}" type="pres">
      <dgm:prSet presAssocID="{BD6947CC-8D6A-486D-BF35-0DF980036944}" presName="parentLin" presStyleCnt="0"/>
      <dgm:spPr/>
    </dgm:pt>
    <dgm:pt modelId="{284FC492-DE14-48B5-95BA-FE3C7FE31EC3}" type="pres">
      <dgm:prSet presAssocID="{BD6947CC-8D6A-486D-BF35-0DF980036944}" presName="parentLeftMargin" presStyleLbl="node1" presStyleIdx="3" presStyleCnt="5"/>
      <dgm:spPr/>
    </dgm:pt>
    <dgm:pt modelId="{ECFA63B4-229C-4F17-B657-2C6AFD0DF1D3}" type="pres">
      <dgm:prSet presAssocID="{BD6947CC-8D6A-486D-BF35-0DF980036944}" presName="parentText" presStyleLbl="node1" presStyleIdx="4" presStyleCnt="5" custLinFactNeighborY="-2456">
        <dgm:presLayoutVars>
          <dgm:chMax val="0"/>
          <dgm:bulletEnabled val="1"/>
        </dgm:presLayoutVars>
      </dgm:prSet>
      <dgm:spPr/>
    </dgm:pt>
    <dgm:pt modelId="{577AC04A-3DC1-41D8-AA0D-1BCDB30098D0}" type="pres">
      <dgm:prSet presAssocID="{BD6947CC-8D6A-486D-BF35-0DF980036944}" presName="negativeSpace" presStyleCnt="0"/>
      <dgm:spPr/>
    </dgm:pt>
    <dgm:pt modelId="{EFED98B8-8139-4E2E-9A49-F88B9947987B}" type="pres">
      <dgm:prSet presAssocID="{BD6947CC-8D6A-486D-BF35-0DF980036944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1DDEC1E-EEBD-4D7B-8E7D-F40AB834ADAD}" type="presOf" srcId="{56651B4F-8113-4F4C-BAAA-DBB367572637}" destId="{AAF326B6-7C1D-427F-B7F2-4869325179B2}" srcOrd="0" destOrd="0" presId="urn:microsoft.com/office/officeart/2005/8/layout/list1"/>
    <dgm:cxn modelId="{C68D6D36-3882-4854-B6A9-9A98AFEDD5CC}" type="presOf" srcId="{E836BCE6-BC31-40B9-9A03-A19A887AEE52}" destId="{A6DF4F76-A270-46E9-8594-1F1BF5B8D16E}" srcOrd="0" destOrd="0" presId="urn:microsoft.com/office/officeart/2005/8/layout/list1"/>
    <dgm:cxn modelId="{6B743C3A-BC7D-4E6D-A0C2-6920874B9873}" type="presOf" srcId="{567C1A3E-6B05-43BC-B0D1-39CC7F7A7273}" destId="{08102C48-593E-48EF-922B-4D321ADE34BC}" srcOrd="1" destOrd="0" presId="urn:microsoft.com/office/officeart/2005/8/layout/list1"/>
    <dgm:cxn modelId="{F7A1E53D-A87A-4A62-970E-8AEC0DFF2CD5}" type="presOf" srcId="{567C1A3E-6B05-43BC-B0D1-39CC7F7A7273}" destId="{12D41242-5CE4-41CC-8317-FE2B3A1870EC}" srcOrd="0" destOrd="0" presId="urn:microsoft.com/office/officeart/2005/8/layout/list1"/>
    <dgm:cxn modelId="{3C8FF25F-9313-432E-9D7B-D09EF10B35C1}" type="presOf" srcId="{E836BCE6-BC31-40B9-9A03-A19A887AEE52}" destId="{DFF82300-6970-415F-8A50-526EA82CAE76}" srcOrd="1" destOrd="0" presId="urn:microsoft.com/office/officeart/2005/8/layout/list1"/>
    <dgm:cxn modelId="{B9473362-054F-4050-8164-3F60EE530C9C}" type="presOf" srcId="{BD6947CC-8D6A-486D-BF35-0DF980036944}" destId="{ECFA63B4-229C-4F17-B657-2C6AFD0DF1D3}" srcOrd="1" destOrd="0" presId="urn:microsoft.com/office/officeart/2005/8/layout/list1"/>
    <dgm:cxn modelId="{C1B5B765-BB56-45CD-92A0-5433BD0E1C24}" srcId="{56651B4F-8113-4F4C-BAAA-DBB367572637}" destId="{62BFED36-0DB1-402E-B62A-0FDBE15C68B8}" srcOrd="2" destOrd="0" parTransId="{4E522B05-B2D8-4AE0-8908-1EB576BFCF17}" sibTransId="{85D33CD4-1AB5-4808-BA03-F004FFE8F9A2}"/>
    <dgm:cxn modelId="{25CA6955-C4E8-46BA-B070-B33AACB03ED9}" type="presOf" srcId="{62BFED36-0DB1-402E-B62A-0FDBE15C68B8}" destId="{265C7716-2708-4999-A982-4DE9FF5FF8F3}" srcOrd="1" destOrd="0" presId="urn:microsoft.com/office/officeart/2005/8/layout/list1"/>
    <dgm:cxn modelId="{6353135A-A14E-4130-A3DE-1D4059737D1D}" srcId="{56651B4F-8113-4F4C-BAAA-DBB367572637}" destId="{567C1A3E-6B05-43BC-B0D1-39CC7F7A7273}" srcOrd="1" destOrd="0" parTransId="{5D748CE0-E993-4DA7-93A1-F9E612A0252A}" sibTransId="{E3468865-79D9-419E-B7D2-CC0655D7642B}"/>
    <dgm:cxn modelId="{F1D9C688-57EE-49DC-8025-2476F9A26E39}" srcId="{56651B4F-8113-4F4C-BAAA-DBB367572637}" destId="{BD6947CC-8D6A-486D-BF35-0DF980036944}" srcOrd="4" destOrd="0" parTransId="{68062E12-2490-4CE7-8A12-E85985B43925}" sibTransId="{C549CBF0-6772-495C-89CC-7298E0E5A2B5}"/>
    <dgm:cxn modelId="{881C278E-BBB7-4238-AC7C-83388D9ACB8F}" type="presOf" srcId="{62BFED36-0DB1-402E-B62A-0FDBE15C68B8}" destId="{06EE5ABD-6E99-41DD-904A-5156AC5245C2}" srcOrd="0" destOrd="0" presId="urn:microsoft.com/office/officeart/2005/8/layout/list1"/>
    <dgm:cxn modelId="{1F81019F-809A-4A79-8D2B-B5B3C1EA72F4}" type="presOf" srcId="{BD6947CC-8D6A-486D-BF35-0DF980036944}" destId="{284FC492-DE14-48B5-95BA-FE3C7FE31EC3}" srcOrd="0" destOrd="0" presId="urn:microsoft.com/office/officeart/2005/8/layout/list1"/>
    <dgm:cxn modelId="{961293D3-B625-4967-BEF5-A8310A309BF4}" type="presOf" srcId="{70BC7FAE-3D8C-45C9-A343-50CF8CF624F7}" destId="{C6BA3B22-2B6F-4200-8994-8BCE1214A8B0}" srcOrd="1" destOrd="0" presId="urn:microsoft.com/office/officeart/2005/8/layout/list1"/>
    <dgm:cxn modelId="{F681EEDD-C4D6-4E51-85A4-2BD9C1195E35}" srcId="{56651B4F-8113-4F4C-BAAA-DBB367572637}" destId="{E836BCE6-BC31-40B9-9A03-A19A887AEE52}" srcOrd="0" destOrd="0" parTransId="{2354A059-6482-4138-B479-7845E3DFAEEA}" sibTransId="{9A66909B-120C-4BBA-99A8-9F632E713E6F}"/>
    <dgm:cxn modelId="{27A338F2-E1DA-4074-BB88-FCB3D6C96D25}" type="presOf" srcId="{70BC7FAE-3D8C-45C9-A343-50CF8CF624F7}" destId="{04CC87E8-9AFC-47A5-90AA-7ADDD374617C}" srcOrd="0" destOrd="0" presId="urn:microsoft.com/office/officeart/2005/8/layout/list1"/>
    <dgm:cxn modelId="{E1D5C6FF-5DC1-488B-ABE5-ECF6BDDF2B1D}" srcId="{56651B4F-8113-4F4C-BAAA-DBB367572637}" destId="{70BC7FAE-3D8C-45C9-A343-50CF8CF624F7}" srcOrd="3" destOrd="0" parTransId="{0BB804C2-C567-4314-82EF-42D1C108608D}" sibTransId="{26F49762-64DB-486B-8DC3-4A2A3587CDE7}"/>
    <dgm:cxn modelId="{CFB6B3F0-9737-447A-A797-70FEE7834377}" type="presParOf" srcId="{AAF326B6-7C1D-427F-B7F2-4869325179B2}" destId="{DC926456-8C57-43B9-B9B9-04B8EA0CE4EE}" srcOrd="0" destOrd="0" presId="urn:microsoft.com/office/officeart/2005/8/layout/list1"/>
    <dgm:cxn modelId="{01D86504-5B9E-4635-8953-2F66838B5EF6}" type="presParOf" srcId="{DC926456-8C57-43B9-B9B9-04B8EA0CE4EE}" destId="{A6DF4F76-A270-46E9-8594-1F1BF5B8D16E}" srcOrd="0" destOrd="0" presId="urn:microsoft.com/office/officeart/2005/8/layout/list1"/>
    <dgm:cxn modelId="{5706E95D-D598-403F-AE1E-B99E64B5730D}" type="presParOf" srcId="{DC926456-8C57-43B9-B9B9-04B8EA0CE4EE}" destId="{DFF82300-6970-415F-8A50-526EA82CAE76}" srcOrd="1" destOrd="0" presId="urn:microsoft.com/office/officeart/2005/8/layout/list1"/>
    <dgm:cxn modelId="{BA922188-2534-4B2A-8AF0-F9C1805B57CF}" type="presParOf" srcId="{AAF326B6-7C1D-427F-B7F2-4869325179B2}" destId="{8CDAB057-2D49-4701-9FB2-1F545F8617BB}" srcOrd="1" destOrd="0" presId="urn:microsoft.com/office/officeart/2005/8/layout/list1"/>
    <dgm:cxn modelId="{E5B08E7B-A9BD-4421-853F-8220BCC4A5BB}" type="presParOf" srcId="{AAF326B6-7C1D-427F-B7F2-4869325179B2}" destId="{5AFDF462-9715-47AD-A96C-BA8325942F68}" srcOrd="2" destOrd="0" presId="urn:microsoft.com/office/officeart/2005/8/layout/list1"/>
    <dgm:cxn modelId="{7F367AFE-592E-4296-8832-5A0EA28E665D}" type="presParOf" srcId="{AAF326B6-7C1D-427F-B7F2-4869325179B2}" destId="{1DA4D351-B9F4-46B7-937D-ED1857B45339}" srcOrd="3" destOrd="0" presId="urn:microsoft.com/office/officeart/2005/8/layout/list1"/>
    <dgm:cxn modelId="{251E8423-CF13-4444-B9DA-86D33DC1D77B}" type="presParOf" srcId="{AAF326B6-7C1D-427F-B7F2-4869325179B2}" destId="{4F95E557-0F1D-4697-82CE-ADE319F7510E}" srcOrd="4" destOrd="0" presId="urn:microsoft.com/office/officeart/2005/8/layout/list1"/>
    <dgm:cxn modelId="{808D8D5F-3F71-4D49-B5CF-43322D2AEA3A}" type="presParOf" srcId="{4F95E557-0F1D-4697-82CE-ADE319F7510E}" destId="{12D41242-5CE4-41CC-8317-FE2B3A1870EC}" srcOrd="0" destOrd="0" presId="urn:microsoft.com/office/officeart/2005/8/layout/list1"/>
    <dgm:cxn modelId="{CB1EB683-35D0-4B22-8CD4-3ADBD71D8243}" type="presParOf" srcId="{4F95E557-0F1D-4697-82CE-ADE319F7510E}" destId="{08102C48-593E-48EF-922B-4D321ADE34BC}" srcOrd="1" destOrd="0" presId="urn:microsoft.com/office/officeart/2005/8/layout/list1"/>
    <dgm:cxn modelId="{5AA18D96-C0C7-485F-9FFE-CBB8AE1B8A0B}" type="presParOf" srcId="{AAF326B6-7C1D-427F-B7F2-4869325179B2}" destId="{F558E339-8C0D-456E-9841-6B45CFBCD3A2}" srcOrd="5" destOrd="0" presId="urn:microsoft.com/office/officeart/2005/8/layout/list1"/>
    <dgm:cxn modelId="{AB5DBBDA-FBDF-429C-9353-28DD1FA1C4F4}" type="presParOf" srcId="{AAF326B6-7C1D-427F-B7F2-4869325179B2}" destId="{4202FF72-E76E-4127-A70C-B75D73E96BB7}" srcOrd="6" destOrd="0" presId="urn:microsoft.com/office/officeart/2005/8/layout/list1"/>
    <dgm:cxn modelId="{E99774B1-B6E5-4F80-B6FA-75F19AD46076}" type="presParOf" srcId="{AAF326B6-7C1D-427F-B7F2-4869325179B2}" destId="{3AB3E60B-E716-41A6-A5AB-168FF6E2583F}" srcOrd="7" destOrd="0" presId="urn:microsoft.com/office/officeart/2005/8/layout/list1"/>
    <dgm:cxn modelId="{DD893B69-3684-435B-A384-39FDA65AA0D7}" type="presParOf" srcId="{AAF326B6-7C1D-427F-B7F2-4869325179B2}" destId="{E3F6D415-C80D-47CF-9F7B-CE1323C58042}" srcOrd="8" destOrd="0" presId="urn:microsoft.com/office/officeart/2005/8/layout/list1"/>
    <dgm:cxn modelId="{4DBCE63D-1F4D-444A-B0C4-F2932E24D3C8}" type="presParOf" srcId="{E3F6D415-C80D-47CF-9F7B-CE1323C58042}" destId="{06EE5ABD-6E99-41DD-904A-5156AC5245C2}" srcOrd="0" destOrd="0" presId="urn:microsoft.com/office/officeart/2005/8/layout/list1"/>
    <dgm:cxn modelId="{A214F3C3-5266-468B-A095-43BF76C01C04}" type="presParOf" srcId="{E3F6D415-C80D-47CF-9F7B-CE1323C58042}" destId="{265C7716-2708-4999-A982-4DE9FF5FF8F3}" srcOrd="1" destOrd="0" presId="urn:microsoft.com/office/officeart/2005/8/layout/list1"/>
    <dgm:cxn modelId="{08CAE4E6-E4FA-45F1-8B9F-BDA6C653EBFA}" type="presParOf" srcId="{AAF326B6-7C1D-427F-B7F2-4869325179B2}" destId="{C2B44033-817A-4239-A891-828B404322F0}" srcOrd="9" destOrd="0" presId="urn:microsoft.com/office/officeart/2005/8/layout/list1"/>
    <dgm:cxn modelId="{3DDE97A7-12D4-4DFE-B52D-B09DA3B9F528}" type="presParOf" srcId="{AAF326B6-7C1D-427F-B7F2-4869325179B2}" destId="{E70EA0A5-4654-4C37-94F7-AFEC7117A5D0}" srcOrd="10" destOrd="0" presId="urn:microsoft.com/office/officeart/2005/8/layout/list1"/>
    <dgm:cxn modelId="{AABDB9B6-E2BE-40C3-9FAD-15F75EECBE46}" type="presParOf" srcId="{AAF326B6-7C1D-427F-B7F2-4869325179B2}" destId="{EB768CDF-2881-4EBC-87AA-E142E9E5CDA8}" srcOrd="11" destOrd="0" presId="urn:microsoft.com/office/officeart/2005/8/layout/list1"/>
    <dgm:cxn modelId="{DE492C26-6CC1-4988-9DF0-9EC22014162A}" type="presParOf" srcId="{AAF326B6-7C1D-427F-B7F2-4869325179B2}" destId="{AC6E7426-82E4-4A58-B988-A81D328FDE36}" srcOrd="12" destOrd="0" presId="urn:microsoft.com/office/officeart/2005/8/layout/list1"/>
    <dgm:cxn modelId="{6A09AF2B-9E35-4990-83FD-4CEE8AF83694}" type="presParOf" srcId="{AC6E7426-82E4-4A58-B988-A81D328FDE36}" destId="{04CC87E8-9AFC-47A5-90AA-7ADDD374617C}" srcOrd="0" destOrd="0" presId="urn:microsoft.com/office/officeart/2005/8/layout/list1"/>
    <dgm:cxn modelId="{5C1B8B09-C485-4E69-A62C-089694076584}" type="presParOf" srcId="{AC6E7426-82E4-4A58-B988-A81D328FDE36}" destId="{C6BA3B22-2B6F-4200-8994-8BCE1214A8B0}" srcOrd="1" destOrd="0" presId="urn:microsoft.com/office/officeart/2005/8/layout/list1"/>
    <dgm:cxn modelId="{EE8ACACE-E703-4A5A-A085-B8486E4DA244}" type="presParOf" srcId="{AAF326B6-7C1D-427F-B7F2-4869325179B2}" destId="{2C0EA883-5636-4963-B37A-F2E11B319270}" srcOrd="13" destOrd="0" presId="urn:microsoft.com/office/officeart/2005/8/layout/list1"/>
    <dgm:cxn modelId="{02CA9088-BCAE-4D5C-BD5C-96C4BB71F060}" type="presParOf" srcId="{AAF326B6-7C1D-427F-B7F2-4869325179B2}" destId="{5F337E20-DF11-4E9A-B638-10189AE94A23}" srcOrd="14" destOrd="0" presId="urn:microsoft.com/office/officeart/2005/8/layout/list1"/>
    <dgm:cxn modelId="{699BCF87-A2E7-404F-A8F6-9B53A306BEB0}" type="presParOf" srcId="{AAF326B6-7C1D-427F-B7F2-4869325179B2}" destId="{DDE4CC52-2C70-473F-9045-1242A82F83FE}" srcOrd="15" destOrd="0" presId="urn:microsoft.com/office/officeart/2005/8/layout/list1"/>
    <dgm:cxn modelId="{B8D7ED57-33E1-43B6-ADE8-315FCFF5F381}" type="presParOf" srcId="{AAF326B6-7C1D-427F-B7F2-4869325179B2}" destId="{2B026EA4-2C8D-40D4-BFE7-6D49AFBBBCFC}" srcOrd="16" destOrd="0" presId="urn:microsoft.com/office/officeart/2005/8/layout/list1"/>
    <dgm:cxn modelId="{E7B371D1-0740-4266-A057-D94D5848798F}" type="presParOf" srcId="{2B026EA4-2C8D-40D4-BFE7-6D49AFBBBCFC}" destId="{284FC492-DE14-48B5-95BA-FE3C7FE31EC3}" srcOrd="0" destOrd="0" presId="urn:microsoft.com/office/officeart/2005/8/layout/list1"/>
    <dgm:cxn modelId="{507AFABE-BCF0-458E-8FEA-5353D3ACC068}" type="presParOf" srcId="{2B026EA4-2C8D-40D4-BFE7-6D49AFBBBCFC}" destId="{ECFA63B4-229C-4F17-B657-2C6AFD0DF1D3}" srcOrd="1" destOrd="0" presId="urn:microsoft.com/office/officeart/2005/8/layout/list1"/>
    <dgm:cxn modelId="{4D5E72FA-D360-4835-815A-5AF40CDE2920}" type="presParOf" srcId="{AAF326B6-7C1D-427F-B7F2-4869325179B2}" destId="{577AC04A-3DC1-41D8-AA0D-1BCDB30098D0}" srcOrd="17" destOrd="0" presId="urn:microsoft.com/office/officeart/2005/8/layout/list1"/>
    <dgm:cxn modelId="{53FC9E25-55D9-48F7-ACB3-1F712720C57F}" type="presParOf" srcId="{AAF326B6-7C1D-427F-B7F2-4869325179B2}" destId="{EFED98B8-8139-4E2E-9A49-F88B9947987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E7AC5B-8C87-4627-8DD8-25D4A6197BF8}" type="doc">
      <dgm:prSet loTypeId="urn:microsoft.com/office/officeart/2005/8/layout/vProcess5" loCatId="process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fr-BE"/>
        </a:p>
      </dgm:t>
    </dgm:pt>
    <dgm:pt modelId="{3C1DD969-7751-4201-B727-39BC0C6ED7F2}">
      <dgm:prSet custT="1"/>
      <dgm:spPr/>
      <dgm:t>
        <a:bodyPr/>
        <a:lstStyle/>
        <a:p>
          <a:r>
            <a:rPr lang="fr-BE" sz="1600" dirty="0"/>
            <a:t>🧠 </a:t>
          </a:r>
          <a:r>
            <a:rPr lang="fr-BE" sz="1800" dirty="0" err="1"/>
            <a:t>Modele</a:t>
          </a:r>
          <a:r>
            <a:rPr lang="fr-BE" sz="1800" dirty="0"/>
            <a:t> </a:t>
          </a:r>
          <a:r>
            <a:rPr lang="fr-BE" sz="1800" dirty="0" err="1"/>
            <a:t>testate</a:t>
          </a:r>
          <a:r>
            <a:rPr lang="fr-BE" sz="1600" dirty="0"/>
            <a:t>:</a:t>
          </a:r>
        </a:p>
      </dgm:t>
    </dgm:pt>
    <dgm:pt modelId="{66818616-F1C6-4B3A-BF5F-3423355AAE9F}" type="parTrans" cxnId="{F785CAD3-0FF5-4963-9DFD-239E129C3890}">
      <dgm:prSet/>
      <dgm:spPr/>
      <dgm:t>
        <a:bodyPr/>
        <a:lstStyle/>
        <a:p>
          <a:endParaRPr lang="fr-BE"/>
        </a:p>
      </dgm:t>
    </dgm:pt>
    <dgm:pt modelId="{2D02AEAF-DE23-4A7D-AC71-33076969F26A}" type="sibTrans" cxnId="{F785CAD3-0FF5-4963-9DFD-239E129C3890}">
      <dgm:prSet/>
      <dgm:spPr/>
      <dgm:t>
        <a:bodyPr/>
        <a:lstStyle/>
        <a:p>
          <a:endParaRPr lang="fr-BE"/>
        </a:p>
      </dgm:t>
    </dgm:pt>
    <dgm:pt modelId="{32CEF319-9358-4AB9-9769-9908D937D358}">
      <dgm:prSet custT="1"/>
      <dgm:spPr/>
      <dgm:t>
        <a:bodyPr/>
        <a:lstStyle/>
        <a:p>
          <a:r>
            <a:rPr lang="fr-BE" sz="1500" dirty="0"/>
            <a:t>- </a:t>
          </a:r>
          <a:r>
            <a:rPr lang="fr-BE" sz="1800" dirty="0" err="1"/>
            <a:t>Regressie</a:t>
          </a:r>
          <a:r>
            <a:rPr lang="fr-BE" sz="1800" dirty="0"/>
            <a:t> </a:t>
          </a:r>
          <a:r>
            <a:rPr lang="fr-BE" sz="1800" dirty="0" err="1"/>
            <a:t>liniară</a:t>
          </a:r>
          <a:endParaRPr lang="fr-BE" sz="1800" dirty="0"/>
        </a:p>
      </dgm:t>
    </dgm:pt>
    <dgm:pt modelId="{DCAD54F0-E772-40E6-A37F-9C536AEDC555}" type="parTrans" cxnId="{269AF140-34A1-4F98-BA91-062C9B76A891}">
      <dgm:prSet/>
      <dgm:spPr/>
      <dgm:t>
        <a:bodyPr/>
        <a:lstStyle/>
        <a:p>
          <a:endParaRPr lang="fr-BE"/>
        </a:p>
      </dgm:t>
    </dgm:pt>
    <dgm:pt modelId="{629F81D5-D61C-4E06-87C0-1DE540CB784A}" type="sibTrans" cxnId="{269AF140-34A1-4F98-BA91-062C9B76A891}">
      <dgm:prSet/>
      <dgm:spPr/>
      <dgm:t>
        <a:bodyPr/>
        <a:lstStyle/>
        <a:p>
          <a:endParaRPr lang="fr-BE"/>
        </a:p>
      </dgm:t>
    </dgm:pt>
    <dgm:pt modelId="{D5B3171D-E54F-4469-BA44-67B4A5590145}">
      <dgm:prSet custT="1"/>
      <dgm:spPr/>
      <dgm:t>
        <a:bodyPr/>
        <a:lstStyle/>
        <a:p>
          <a:r>
            <a:rPr lang="fr-BE" sz="1500" dirty="0"/>
            <a:t>- </a:t>
          </a:r>
          <a:r>
            <a:rPr lang="fr-BE" sz="1800" dirty="0" err="1"/>
            <a:t>Random</a:t>
          </a:r>
          <a:r>
            <a:rPr lang="fr-BE" sz="1800" dirty="0"/>
            <a:t> Forest </a:t>
          </a:r>
          <a:r>
            <a:rPr lang="fr-BE" sz="1800" dirty="0" err="1"/>
            <a:t>Regressor</a:t>
          </a:r>
          <a:endParaRPr lang="fr-BE" sz="1800" dirty="0"/>
        </a:p>
      </dgm:t>
    </dgm:pt>
    <dgm:pt modelId="{5420AE79-0E63-482C-80BF-E8F566FAB457}" type="parTrans" cxnId="{C22F77C3-5EEF-41EA-85A3-627F135FF735}">
      <dgm:prSet/>
      <dgm:spPr/>
      <dgm:t>
        <a:bodyPr/>
        <a:lstStyle/>
        <a:p>
          <a:endParaRPr lang="fr-BE"/>
        </a:p>
      </dgm:t>
    </dgm:pt>
    <dgm:pt modelId="{5C7B560E-183A-4209-A814-8E6B228BAB45}" type="sibTrans" cxnId="{C22F77C3-5EEF-41EA-85A3-627F135FF735}">
      <dgm:prSet/>
      <dgm:spPr/>
      <dgm:t>
        <a:bodyPr/>
        <a:lstStyle/>
        <a:p>
          <a:endParaRPr lang="fr-BE"/>
        </a:p>
      </dgm:t>
    </dgm:pt>
    <dgm:pt modelId="{A100739B-4AD7-40A5-9BA6-C7B2BEAA94E0}">
      <dgm:prSet custT="1"/>
      <dgm:spPr/>
      <dgm:t>
        <a:bodyPr/>
        <a:lstStyle/>
        <a:p>
          <a:r>
            <a:rPr lang="fr-BE" sz="1500" dirty="0"/>
            <a:t>-</a:t>
          </a:r>
          <a:r>
            <a:rPr lang="fr-BE" sz="1800" dirty="0"/>
            <a:t> </a:t>
          </a:r>
          <a:r>
            <a:rPr lang="fr-BE" sz="1800" dirty="0" err="1"/>
            <a:t>XGBoost</a:t>
          </a:r>
          <a:endParaRPr lang="fr-BE" sz="1800" dirty="0"/>
        </a:p>
      </dgm:t>
    </dgm:pt>
    <dgm:pt modelId="{F1B765E2-1536-4149-84A8-6DC4CEC29F34}" type="parTrans" cxnId="{58EA4B7B-3B7B-4F6F-BB51-D50CADADFC2B}">
      <dgm:prSet/>
      <dgm:spPr/>
      <dgm:t>
        <a:bodyPr/>
        <a:lstStyle/>
        <a:p>
          <a:endParaRPr lang="fr-BE"/>
        </a:p>
      </dgm:t>
    </dgm:pt>
    <dgm:pt modelId="{1E2944EB-074F-4254-9C9C-594CBCC9AE65}" type="sibTrans" cxnId="{58EA4B7B-3B7B-4F6F-BB51-D50CADADFC2B}">
      <dgm:prSet/>
      <dgm:spPr/>
      <dgm:t>
        <a:bodyPr/>
        <a:lstStyle/>
        <a:p>
          <a:endParaRPr lang="fr-BE"/>
        </a:p>
      </dgm:t>
    </dgm:pt>
    <dgm:pt modelId="{E0E284AE-0E6F-4DF9-9654-F0B2B1F4E8F8}">
      <dgm:prSet custT="1"/>
      <dgm:spPr/>
      <dgm:t>
        <a:bodyPr/>
        <a:lstStyle/>
        <a:p>
          <a:r>
            <a:rPr lang="fr-BE" sz="1800" dirty="0"/>
            <a:t>🎯 </a:t>
          </a:r>
          <a:r>
            <a:rPr lang="fr-BE" sz="1800" dirty="0" err="1"/>
            <a:t>Obiectiv</a:t>
          </a:r>
          <a:r>
            <a:rPr lang="fr-BE" sz="1800" dirty="0"/>
            <a:t>: </a:t>
          </a:r>
          <a:r>
            <a:rPr lang="fr-BE" sz="1800" dirty="0" err="1"/>
            <a:t>minimizarea</a:t>
          </a:r>
          <a:r>
            <a:rPr lang="fr-BE" sz="1800" dirty="0"/>
            <a:t> </a:t>
          </a:r>
          <a:r>
            <a:rPr lang="fr-BE" sz="1800" dirty="0" err="1"/>
            <a:t>erorii</a:t>
          </a:r>
          <a:r>
            <a:rPr lang="fr-BE" sz="1800" dirty="0"/>
            <a:t> de </a:t>
          </a:r>
          <a:r>
            <a:rPr lang="fr-BE" sz="1800" dirty="0" err="1"/>
            <a:t>predicție</a:t>
          </a:r>
          <a:r>
            <a:rPr lang="fr-BE" sz="1800" dirty="0"/>
            <a:t> (RMSE) </a:t>
          </a:r>
          <a:r>
            <a:rPr lang="fr-BE" sz="1800" dirty="0" err="1"/>
            <a:t>și</a:t>
          </a:r>
          <a:r>
            <a:rPr lang="fr-BE" sz="1800" dirty="0"/>
            <a:t> </a:t>
          </a:r>
          <a:r>
            <a:rPr lang="fr-BE" sz="1800" dirty="0" err="1"/>
            <a:t>obținerea</a:t>
          </a:r>
          <a:r>
            <a:rPr lang="fr-BE" sz="1800" dirty="0"/>
            <a:t> </a:t>
          </a:r>
          <a:r>
            <a:rPr lang="fr-BE" sz="1800" dirty="0" err="1"/>
            <a:t>unui</a:t>
          </a:r>
          <a:r>
            <a:rPr lang="fr-BE" sz="1800" dirty="0"/>
            <a:t> model </a:t>
          </a:r>
          <a:r>
            <a:rPr lang="fr-BE" sz="1800" dirty="0" err="1"/>
            <a:t>robust</a:t>
          </a:r>
          <a:r>
            <a:rPr lang="fr-BE" sz="1800" dirty="0"/>
            <a:t>.</a:t>
          </a:r>
        </a:p>
      </dgm:t>
    </dgm:pt>
    <dgm:pt modelId="{940A6A11-3340-41F1-BC3A-1FCCE804ED96}" type="parTrans" cxnId="{8DDC54EA-8A63-42B9-9A01-F345D974D0AF}">
      <dgm:prSet/>
      <dgm:spPr/>
      <dgm:t>
        <a:bodyPr/>
        <a:lstStyle/>
        <a:p>
          <a:endParaRPr lang="fr-BE"/>
        </a:p>
      </dgm:t>
    </dgm:pt>
    <dgm:pt modelId="{44539826-900A-4A3B-8486-34D6DDF67E16}" type="sibTrans" cxnId="{8DDC54EA-8A63-42B9-9A01-F345D974D0AF}">
      <dgm:prSet/>
      <dgm:spPr/>
      <dgm:t>
        <a:bodyPr/>
        <a:lstStyle/>
        <a:p>
          <a:endParaRPr lang="fr-BE"/>
        </a:p>
      </dgm:t>
    </dgm:pt>
    <dgm:pt modelId="{849575A3-1135-45F4-A44E-327AB40F4C9A}">
      <dgm:prSet/>
      <dgm:spPr/>
    </dgm:pt>
    <dgm:pt modelId="{C7B668FF-CD78-4691-93FB-C376C2BF56A7}" type="parTrans" cxnId="{A0508011-152A-4CB6-A361-DA00F71D8DCF}">
      <dgm:prSet/>
      <dgm:spPr/>
      <dgm:t>
        <a:bodyPr/>
        <a:lstStyle/>
        <a:p>
          <a:endParaRPr lang="fr-BE"/>
        </a:p>
      </dgm:t>
    </dgm:pt>
    <dgm:pt modelId="{81B7F458-28DF-4C6D-A3D3-DFE363D6FC38}" type="sibTrans" cxnId="{A0508011-152A-4CB6-A361-DA00F71D8DCF}">
      <dgm:prSet/>
      <dgm:spPr/>
      <dgm:t>
        <a:bodyPr/>
        <a:lstStyle/>
        <a:p>
          <a:endParaRPr lang="fr-BE"/>
        </a:p>
      </dgm:t>
    </dgm:pt>
    <dgm:pt modelId="{1D40E9D4-75A9-4385-9FA7-E15C61E39D20}" type="pres">
      <dgm:prSet presAssocID="{8DE7AC5B-8C87-4627-8DD8-25D4A6197BF8}" presName="outerComposite" presStyleCnt="0">
        <dgm:presLayoutVars>
          <dgm:chMax val="5"/>
          <dgm:dir/>
          <dgm:resizeHandles val="exact"/>
        </dgm:presLayoutVars>
      </dgm:prSet>
      <dgm:spPr/>
    </dgm:pt>
    <dgm:pt modelId="{88357439-2714-4B1C-8B82-AEDCCD5937BB}" type="pres">
      <dgm:prSet presAssocID="{8DE7AC5B-8C87-4627-8DD8-25D4A6197BF8}" presName="dummyMaxCanvas" presStyleCnt="0">
        <dgm:presLayoutVars/>
      </dgm:prSet>
      <dgm:spPr/>
    </dgm:pt>
    <dgm:pt modelId="{2B6A0249-A751-4321-BD18-5163126C7366}" type="pres">
      <dgm:prSet presAssocID="{8DE7AC5B-8C87-4627-8DD8-25D4A6197BF8}" presName="FiveNodes_1" presStyleLbl="node1" presStyleIdx="0" presStyleCnt="5">
        <dgm:presLayoutVars>
          <dgm:bulletEnabled val="1"/>
        </dgm:presLayoutVars>
      </dgm:prSet>
      <dgm:spPr/>
    </dgm:pt>
    <dgm:pt modelId="{AA06ED9B-80F5-458F-9167-9EA95B01522E}" type="pres">
      <dgm:prSet presAssocID="{8DE7AC5B-8C87-4627-8DD8-25D4A6197BF8}" presName="FiveNodes_2" presStyleLbl="node1" presStyleIdx="1" presStyleCnt="5">
        <dgm:presLayoutVars>
          <dgm:bulletEnabled val="1"/>
        </dgm:presLayoutVars>
      </dgm:prSet>
      <dgm:spPr/>
    </dgm:pt>
    <dgm:pt modelId="{31E2995F-7548-4700-BCB2-91B74AF707CB}" type="pres">
      <dgm:prSet presAssocID="{8DE7AC5B-8C87-4627-8DD8-25D4A6197BF8}" presName="FiveNodes_3" presStyleLbl="node1" presStyleIdx="2" presStyleCnt="5">
        <dgm:presLayoutVars>
          <dgm:bulletEnabled val="1"/>
        </dgm:presLayoutVars>
      </dgm:prSet>
      <dgm:spPr/>
    </dgm:pt>
    <dgm:pt modelId="{7EED643D-BEDF-4BBB-95AA-067EFA2BDF7F}" type="pres">
      <dgm:prSet presAssocID="{8DE7AC5B-8C87-4627-8DD8-25D4A6197BF8}" presName="FiveNodes_4" presStyleLbl="node1" presStyleIdx="3" presStyleCnt="5">
        <dgm:presLayoutVars>
          <dgm:bulletEnabled val="1"/>
        </dgm:presLayoutVars>
      </dgm:prSet>
      <dgm:spPr/>
    </dgm:pt>
    <dgm:pt modelId="{14D14515-B3A9-4D68-9C03-B0D077881235}" type="pres">
      <dgm:prSet presAssocID="{8DE7AC5B-8C87-4627-8DD8-25D4A6197BF8}" presName="FiveNodes_5" presStyleLbl="node1" presStyleIdx="4" presStyleCnt="5">
        <dgm:presLayoutVars>
          <dgm:bulletEnabled val="1"/>
        </dgm:presLayoutVars>
      </dgm:prSet>
      <dgm:spPr/>
    </dgm:pt>
    <dgm:pt modelId="{E97AF814-AA6B-42A2-8C5A-9A0456F6A640}" type="pres">
      <dgm:prSet presAssocID="{8DE7AC5B-8C87-4627-8DD8-25D4A6197BF8}" presName="FiveConn_1-2" presStyleLbl="fgAccFollowNode1" presStyleIdx="0" presStyleCnt="4">
        <dgm:presLayoutVars>
          <dgm:bulletEnabled val="1"/>
        </dgm:presLayoutVars>
      </dgm:prSet>
      <dgm:spPr/>
    </dgm:pt>
    <dgm:pt modelId="{CE81D1A9-F48A-4804-8751-D698FA5E8E62}" type="pres">
      <dgm:prSet presAssocID="{8DE7AC5B-8C87-4627-8DD8-25D4A6197BF8}" presName="FiveConn_2-3" presStyleLbl="fgAccFollowNode1" presStyleIdx="1" presStyleCnt="4">
        <dgm:presLayoutVars>
          <dgm:bulletEnabled val="1"/>
        </dgm:presLayoutVars>
      </dgm:prSet>
      <dgm:spPr/>
    </dgm:pt>
    <dgm:pt modelId="{1C98921A-5A2B-441E-B071-B5B8C1789382}" type="pres">
      <dgm:prSet presAssocID="{8DE7AC5B-8C87-4627-8DD8-25D4A6197BF8}" presName="FiveConn_3-4" presStyleLbl="fgAccFollowNode1" presStyleIdx="2" presStyleCnt="4">
        <dgm:presLayoutVars>
          <dgm:bulletEnabled val="1"/>
        </dgm:presLayoutVars>
      </dgm:prSet>
      <dgm:spPr/>
    </dgm:pt>
    <dgm:pt modelId="{1297DA16-86AD-43CA-AA57-B4A427DE0A39}" type="pres">
      <dgm:prSet presAssocID="{8DE7AC5B-8C87-4627-8DD8-25D4A6197BF8}" presName="FiveConn_4-5" presStyleLbl="fgAccFollowNode1" presStyleIdx="3" presStyleCnt="4">
        <dgm:presLayoutVars>
          <dgm:bulletEnabled val="1"/>
        </dgm:presLayoutVars>
      </dgm:prSet>
      <dgm:spPr/>
    </dgm:pt>
    <dgm:pt modelId="{88A8CD05-6044-4AB2-A3D7-359A20C62831}" type="pres">
      <dgm:prSet presAssocID="{8DE7AC5B-8C87-4627-8DD8-25D4A6197BF8}" presName="FiveNodes_1_text" presStyleLbl="node1" presStyleIdx="4" presStyleCnt="5">
        <dgm:presLayoutVars>
          <dgm:bulletEnabled val="1"/>
        </dgm:presLayoutVars>
      </dgm:prSet>
      <dgm:spPr/>
    </dgm:pt>
    <dgm:pt modelId="{BC800C7B-A927-47C0-938E-0C91E11583FB}" type="pres">
      <dgm:prSet presAssocID="{8DE7AC5B-8C87-4627-8DD8-25D4A6197BF8}" presName="FiveNodes_2_text" presStyleLbl="node1" presStyleIdx="4" presStyleCnt="5">
        <dgm:presLayoutVars>
          <dgm:bulletEnabled val="1"/>
        </dgm:presLayoutVars>
      </dgm:prSet>
      <dgm:spPr/>
    </dgm:pt>
    <dgm:pt modelId="{CBCD9CBA-447A-49E3-AD0B-AE7D63766673}" type="pres">
      <dgm:prSet presAssocID="{8DE7AC5B-8C87-4627-8DD8-25D4A6197BF8}" presName="FiveNodes_3_text" presStyleLbl="node1" presStyleIdx="4" presStyleCnt="5">
        <dgm:presLayoutVars>
          <dgm:bulletEnabled val="1"/>
        </dgm:presLayoutVars>
      </dgm:prSet>
      <dgm:spPr/>
    </dgm:pt>
    <dgm:pt modelId="{C30E80B5-0EF2-439C-910C-44516F9FDBB7}" type="pres">
      <dgm:prSet presAssocID="{8DE7AC5B-8C87-4627-8DD8-25D4A6197BF8}" presName="FiveNodes_4_text" presStyleLbl="node1" presStyleIdx="4" presStyleCnt="5">
        <dgm:presLayoutVars>
          <dgm:bulletEnabled val="1"/>
        </dgm:presLayoutVars>
      </dgm:prSet>
      <dgm:spPr/>
    </dgm:pt>
    <dgm:pt modelId="{A02E487A-E62E-4BE5-8EA4-05500EC4F349}" type="pres">
      <dgm:prSet presAssocID="{8DE7AC5B-8C87-4627-8DD8-25D4A6197BF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241E507-A066-4E1A-A91E-A7683FA22CB5}" type="presOf" srcId="{629F81D5-D61C-4E06-87C0-1DE540CB784A}" destId="{CE81D1A9-F48A-4804-8751-D698FA5E8E62}" srcOrd="0" destOrd="0" presId="urn:microsoft.com/office/officeart/2005/8/layout/vProcess5"/>
    <dgm:cxn modelId="{A0508011-152A-4CB6-A361-DA00F71D8DCF}" srcId="{8DE7AC5B-8C87-4627-8DD8-25D4A6197BF8}" destId="{849575A3-1135-45F4-A44E-327AB40F4C9A}" srcOrd="5" destOrd="0" parTransId="{C7B668FF-CD78-4691-93FB-C376C2BF56A7}" sibTransId="{81B7F458-28DF-4C6D-A3D3-DFE363D6FC38}"/>
    <dgm:cxn modelId="{269AF140-34A1-4F98-BA91-062C9B76A891}" srcId="{8DE7AC5B-8C87-4627-8DD8-25D4A6197BF8}" destId="{32CEF319-9358-4AB9-9769-9908D937D358}" srcOrd="1" destOrd="0" parTransId="{DCAD54F0-E772-40E6-A37F-9C536AEDC555}" sibTransId="{629F81D5-D61C-4E06-87C0-1DE540CB784A}"/>
    <dgm:cxn modelId="{ABA4FD5E-EC77-4A28-853E-ABF91719CB06}" type="presOf" srcId="{2D02AEAF-DE23-4A7D-AC71-33076969F26A}" destId="{E97AF814-AA6B-42A2-8C5A-9A0456F6A640}" srcOrd="0" destOrd="0" presId="urn:microsoft.com/office/officeart/2005/8/layout/vProcess5"/>
    <dgm:cxn modelId="{B5412450-C0E4-49E5-95C7-579F616CF36C}" type="presOf" srcId="{D5B3171D-E54F-4469-BA44-67B4A5590145}" destId="{31E2995F-7548-4700-BCB2-91B74AF707CB}" srcOrd="0" destOrd="0" presId="urn:microsoft.com/office/officeart/2005/8/layout/vProcess5"/>
    <dgm:cxn modelId="{217DF356-D8F3-4240-A5E0-1D528B0060E6}" type="presOf" srcId="{3C1DD969-7751-4201-B727-39BC0C6ED7F2}" destId="{2B6A0249-A751-4321-BD18-5163126C7366}" srcOrd="0" destOrd="0" presId="urn:microsoft.com/office/officeart/2005/8/layout/vProcess5"/>
    <dgm:cxn modelId="{982C4977-6441-4FFD-9830-226D3EB65A06}" type="presOf" srcId="{E0E284AE-0E6F-4DF9-9654-F0B2B1F4E8F8}" destId="{A02E487A-E62E-4BE5-8EA4-05500EC4F349}" srcOrd="1" destOrd="0" presId="urn:microsoft.com/office/officeart/2005/8/layout/vProcess5"/>
    <dgm:cxn modelId="{58EA4B7B-3B7B-4F6F-BB51-D50CADADFC2B}" srcId="{8DE7AC5B-8C87-4627-8DD8-25D4A6197BF8}" destId="{A100739B-4AD7-40A5-9BA6-C7B2BEAA94E0}" srcOrd="3" destOrd="0" parTransId="{F1B765E2-1536-4149-84A8-6DC4CEC29F34}" sibTransId="{1E2944EB-074F-4254-9C9C-594CBCC9AE65}"/>
    <dgm:cxn modelId="{FA226B89-9BED-4435-BC14-B2D7DFA060F3}" type="presOf" srcId="{32CEF319-9358-4AB9-9769-9908D937D358}" destId="{BC800C7B-A927-47C0-938E-0C91E11583FB}" srcOrd="1" destOrd="0" presId="urn:microsoft.com/office/officeart/2005/8/layout/vProcess5"/>
    <dgm:cxn modelId="{8C60988D-0E95-4772-A4F4-436DA63708CD}" type="presOf" srcId="{E0E284AE-0E6F-4DF9-9654-F0B2B1F4E8F8}" destId="{14D14515-B3A9-4D68-9C03-B0D077881235}" srcOrd="0" destOrd="0" presId="urn:microsoft.com/office/officeart/2005/8/layout/vProcess5"/>
    <dgm:cxn modelId="{9D26E18D-F2DF-4817-A4FE-A6BF59910EB0}" type="presOf" srcId="{32CEF319-9358-4AB9-9769-9908D937D358}" destId="{AA06ED9B-80F5-458F-9167-9EA95B01522E}" srcOrd="0" destOrd="0" presId="urn:microsoft.com/office/officeart/2005/8/layout/vProcess5"/>
    <dgm:cxn modelId="{66E84BA6-B00F-49C3-BE57-9DDDDF204EA0}" type="presOf" srcId="{A100739B-4AD7-40A5-9BA6-C7B2BEAA94E0}" destId="{C30E80B5-0EF2-439C-910C-44516F9FDBB7}" srcOrd="1" destOrd="0" presId="urn:microsoft.com/office/officeart/2005/8/layout/vProcess5"/>
    <dgm:cxn modelId="{77ECA1A8-6F9C-4C3C-A872-44BA94A29F45}" type="presOf" srcId="{A100739B-4AD7-40A5-9BA6-C7B2BEAA94E0}" destId="{7EED643D-BEDF-4BBB-95AA-067EFA2BDF7F}" srcOrd="0" destOrd="0" presId="urn:microsoft.com/office/officeart/2005/8/layout/vProcess5"/>
    <dgm:cxn modelId="{C22F77C3-5EEF-41EA-85A3-627F135FF735}" srcId="{8DE7AC5B-8C87-4627-8DD8-25D4A6197BF8}" destId="{D5B3171D-E54F-4469-BA44-67B4A5590145}" srcOrd="2" destOrd="0" parTransId="{5420AE79-0E63-482C-80BF-E8F566FAB457}" sibTransId="{5C7B560E-183A-4209-A814-8E6B228BAB45}"/>
    <dgm:cxn modelId="{F785CAD3-0FF5-4963-9DFD-239E129C3890}" srcId="{8DE7AC5B-8C87-4627-8DD8-25D4A6197BF8}" destId="{3C1DD969-7751-4201-B727-39BC0C6ED7F2}" srcOrd="0" destOrd="0" parTransId="{66818616-F1C6-4B3A-BF5F-3423355AAE9F}" sibTransId="{2D02AEAF-DE23-4A7D-AC71-33076969F26A}"/>
    <dgm:cxn modelId="{082B5DD6-3E79-4516-880B-F2E61E0E21ED}" type="presOf" srcId="{5C7B560E-183A-4209-A814-8E6B228BAB45}" destId="{1C98921A-5A2B-441E-B071-B5B8C1789382}" srcOrd="0" destOrd="0" presId="urn:microsoft.com/office/officeart/2005/8/layout/vProcess5"/>
    <dgm:cxn modelId="{900FE5E1-BF73-4A8C-B704-C893664B6EA2}" type="presOf" srcId="{D5B3171D-E54F-4469-BA44-67B4A5590145}" destId="{CBCD9CBA-447A-49E3-AD0B-AE7D63766673}" srcOrd="1" destOrd="0" presId="urn:microsoft.com/office/officeart/2005/8/layout/vProcess5"/>
    <dgm:cxn modelId="{8DDC54EA-8A63-42B9-9A01-F345D974D0AF}" srcId="{8DE7AC5B-8C87-4627-8DD8-25D4A6197BF8}" destId="{E0E284AE-0E6F-4DF9-9654-F0B2B1F4E8F8}" srcOrd="4" destOrd="0" parTransId="{940A6A11-3340-41F1-BC3A-1FCCE804ED96}" sibTransId="{44539826-900A-4A3B-8486-34D6DDF67E16}"/>
    <dgm:cxn modelId="{A2F673F1-7D2B-4349-A250-447B4A24016D}" type="presOf" srcId="{3C1DD969-7751-4201-B727-39BC0C6ED7F2}" destId="{88A8CD05-6044-4AB2-A3D7-359A20C62831}" srcOrd="1" destOrd="0" presId="urn:microsoft.com/office/officeart/2005/8/layout/vProcess5"/>
    <dgm:cxn modelId="{1D4DC4F4-9D59-4A19-AA71-BEE76126A030}" type="presOf" srcId="{8DE7AC5B-8C87-4627-8DD8-25D4A6197BF8}" destId="{1D40E9D4-75A9-4385-9FA7-E15C61E39D20}" srcOrd="0" destOrd="0" presId="urn:microsoft.com/office/officeart/2005/8/layout/vProcess5"/>
    <dgm:cxn modelId="{BFC3C1F7-B7E3-4B16-BA2B-28982B04871E}" type="presOf" srcId="{1E2944EB-074F-4254-9C9C-594CBCC9AE65}" destId="{1297DA16-86AD-43CA-AA57-B4A427DE0A39}" srcOrd="0" destOrd="0" presId="urn:microsoft.com/office/officeart/2005/8/layout/vProcess5"/>
    <dgm:cxn modelId="{D04497B9-4B69-4DBE-8937-C26641A247A8}" type="presParOf" srcId="{1D40E9D4-75A9-4385-9FA7-E15C61E39D20}" destId="{88357439-2714-4B1C-8B82-AEDCCD5937BB}" srcOrd="0" destOrd="0" presId="urn:microsoft.com/office/officeart/2005/8/layout/vProcess5"/>
    <dgm:cxn modelId="{E0B25D5E-F4E9-4D97-8278-D613D6846E14}" type="presParOf" srcId="{1D40E9D4-75A9-4385-9FA7-E15C61E39D20}" destId="{2B6A0249-A751-4321-BD18-5163126C7366}" srcOrd="1" destOrd="0" presId="urn:microsoft.com/office/officeart/2005/8/layout/vProcess5"/>
    <dgm:cxn modelId="{A9D6BE3E-1DA1-42FE-B844-0A6AAC222C62}" type="presParOf" srcId="{1D40E9D4-75A9-4385-9FA7-E15C61E39D20}" destId="{AA06ED9B-80F5-458F-9167-9EA95B01522E}" srcOrd="2" destOrd="0" presId="urn:microsoft.com/office/officeart/2005/8/layout/vProcess5"/>
    <dgm:cxn modelId="{1E5CB76F-9C14-440B-903F-79FF741958F0}" type="presParOf" srcId="{1D40E9D4-75A9-4385-9FA7-E15C61E39D20}" destId="{31E2995F-7548-4700-BCB2-91B74AF707CB}" srcOrd="3" destOrd="0" presId="urn:microsoft.com/office/officeart/2005/8/layout/vProcess5"/>
    <dgm:cxn modelId="{93C67359-99B9-45B0-811C-E8C81E1A9B3A}" type="presParOf" srcId="{1D40E9D4-75A9-4385-9FA7-E15C61E39D20}" destId="{7EED643D-BEDF-4BBB-95AA-067EFA2BDF7F}" srcOrd="4" destOrd="0" presId="urn:microsoft.com/office/officeart/2005/8/layout/vProcess5"/>
    <dgm:cxn modelId="{84F8DDFA-00DB-4FB1-B72D-AF9D645CC8DD}" type="presParOf" srcId="{1D40E9D4-75A9-4385-9FA7-E15C61E39D20}" destId="{14D14515-B3A9-4D68-9C03-B0D077881235}" srcOrd="5" destOrd="0" presId="urn:microsoft.com/office/officeart/2005/8/layout/vProcess5"/>
    <dgm:cxn modelId="{429190B6-7E32-46CE-AD9B-B4E2D0E686CD}" type="presParOf" srcId="{1D40E9D4-75A9-4385-9FA7-E15C61E39D20}" destId="{E97AF814-AA6B-42A2-8C5A-9A0456F6A640}" srcOrd="6" destOrd="0" presId="urn:microsoft.com/office/officeart/2005/8/layout/vProcess5"/>
    <dgm:cxn modelId="{C350C036-4AAC-4015-8499-7535349E9200}" type="presParOf" srcId="{1D40E9D4-75A9-4385-9FA7-E15C61E39D20}" destId="{CE81D1A9-F48A-4804-8751-D698FA5E8E62}" srcOrd="7" destOrd="0" presId="urn:microsoft.com/office/officeart/2005/8/layout/vProcess5"/>
    <dgm:cxn modelId="{17E20E2A-AF59-4635-972D-B87D2ED6F78E}" type="presParOf" srcId="{1D40E9D4-75A9-4385-9FA7-E15C61E39D20}" destId="{1C98921A-5A2B-441E-B071-B5B8C1789382}" srcOrd="8" destOrd="0" presId="urn:microsoft.com/office/officeart/2005/8/layout/vProcess5"/>
    <dgm:cxn modelId="{9B6C867F-0511-4943-B310-F0C66ABEE796}" type="presParOf" srcId="{1D40E9D4-75A9-4385-9FA7-E15C61E39D20}" destId="{1297DA16-86AD-43CA-AA57-B4A427DE0A39}" srcOrd="9" destOrd="0" presId="urn:microsoft.com/office/officeart/2005/8/layout/vProcess5"/>
    <dgm:cxn modelId="{784679D7-B738-4679-8206-2C02D7B874EE}" type="presParOf" srcId="{1D40E9D4-75A9-4385-9FA7-E15C61E39D20}" destId="{88A8CD05-6044-4AB2-A3D7-359A20C62831}" srcOrd="10" destOrd="0" presId="urn:microsoft.com/office/officeart/2005/8/layout/vProcess5"/>
    <dgm:cxn modelId="{C5CF4765-03A4-48D7-ACBE-046A1480BBE1}" type="presParOf" srcId="{1D40E9D4-75A9-4385-9FA7-E15C61E39D20}" destId="{BC800C7B-A927-47C0-938E-0C91E11583FB}" srcOrd="11" destOrd="0" presId="urn:microsoft.com/office/officeart/2005/8/layout/vProcess5"/>
    <dgm:cxn modelId="{15555970-941E-47D5-8B6A-79A4DC9E0604}" type="presParOf" srcId="{1D40E9D4-75A9-4385-9FA7-E15C61E39D20}" destId="{CBCD9CBA-447A-49E3-AD0B-AE7D63766673}" srcOrd="12" destOrd="0" presId="urn:microsoft.com/office/officeart/2005/8/layout/vProcess5"/>
    <dgm:cxn modelId="{4CBCBBB5-095A-44A5-90EE-382F34069FD2}" type="presParOf" srcId="{1D40E9D4-75A9-4385-9FA7-E15C61E39D20}" destId="{C30E80B5-0EF2-439C-910C-44516F9FDBB7}" srcOrd="13" destOrd="0" presId="urn:microsoft.com/office/officeart/2005/8/layout/vProcess5"/>
    <dgm:cxn modelId="{EB338956-DB44-4B1E-89D8-D0142C4C87B8}" type="presParOf" srcId="{1D40E9D4-75A9-4385-9FA7-E15C61E39D20}" destId="{A02E487A-E62E-4BE5-8EA4-05500EC4F349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608BF9-D6BB-43BE-98DD-3641652556AE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BE"/>
        </a:p>
      </dgm:t>
    </dgm:pt>
    <dgm:pt modelId="{1DF5F487-01FB-45A4-9BB3-F4E9672DFC8C}">
      <dgm:prSet/>
      <dgm:spPr/>
      <dgm:t>
        <a:bodyPr/>
        <a:lstStyle/>
        <a:p>
          <a:r>
            <a:rPr lang="fr-BE"/>
            <a:t>✅ Rezumat:</a:t>
          </a:r>
        </a:p>
      </dgm:t>
    </dgm:pt>
    <dgm:pt modelId="{92BC5E64-8745-4BF9-B1E5-6CB2DC85608A}" type="parTrans" cxnId="{6D156E6C-DC51-4C88-B675-C6CFA3E37FAA}">
      <dgm:prSet/>
      <dgm:spPr/>
      <dgm:t>
        <a:bodyPr/>
        <a:lstStyle/>
        <a:p>
          <a:endParaRPr lang="fr-BE"/>
        </a:p>
      </dgm:t>
    </dgm:pt>
    <dgm:pt modelId="{3C38188C-B5CD-4352-BB82-94FFCA34EB99}" type="sibTrans" cxnId="{6D156E6C-DC51-4C88-B675-C6CFA3E37FAA}">
      <dgm:prSet/>
      <dgm:spPr/>
      <dgm:t>
        <a:bodyPr/>
        <a:lstStyle/>
        <a:p>
          <a:endParaRPr lang="fr-BE"/>
        </a:p>
      </dgm:t>
    </dgm:pt>
    <dgm:pt modelId="{76E44C2C-7DED-45D4-AF4B-DE1AAA226B2D}">
      <dgm:prSet/>
      <dgm:spPr/>
      <dgm:t>
        <a:bodyPr/>
        <a:lstStyle/>
        <a:p>
          <a:r>
            <a:rPr lang="fr-BE"/>
            <a:t>- Date colectate prin web scraping</a:t>
          </a:r>
        </a:p>
      </dgm:t>
    </dgm:pt>
    <dgm:pt modelId="{CFA089F4-BD28-4BAF-BA84-1ABB9D5E556D}" type="parTrans" cxnId="{8F6BC3DF-32C0-463A-B642-A85C5E44AE4C}">
      <dgm:prSet/>
      <dgm:spPr/>
      <dgm:t>
        <a:bodyPr/>
        <a:lstStyle/>
        <a:p>
          <a:endParaRPr lang="fr-BE"/>
        </a:p>
      </dgm:t>
    </dgm:pt>
    <dgm:pt modelId="{FD36F746-B4BA-4F09-A28B-A0894CECC671}" type="sibTrans" cxnId="{8F6BC3DF-32C0-463A-B642-A85C5E44AE4C}">
      <dgm:prSet/>
      <dgm:spPr/>
      <dgm:t>
        <a:bodyPr/>
        <a:lstStyle/>
        <a:p>
          <a:endParaRPr lang="fr-BE"/>
        </a:p>
      </dgm:t>
    </dgm:pt>
    <dgm:pt modelId="{11372208-669E-486D-966D-C2F04A0274EA}">
      <dgm:prSet/>
      <dgm:spPr/>
      <dgm:t>
        <a:bodyPr/>
        <a:lstStyle/>
        <a:p>
          <a:r>
            <a:rPr lang="fr-BE"/>
            <a:t>- Preprocesare și analiză exploratorie realizate cu succes</a:t>
          </a:r>
        </a:p>
      </dgm:t>
    </dgm:pt>
    <dgm:pt modelId="{222880E1-02A2-41BE-8FCF-7EAFF186C0D2}" type="parTrans" cxnId="{C34C9C21-9911-4B7B-9505-8339A77169B3}">
      <dgm:prSet/>
      <dgm:spPr/>
      <dgm:t>
        <a:bodyPr/>
        <a:lstStyle/>
        <a:p>
          <a:endParaRPr lang="fr-BE"/>
        </a:p>
      </dgm:t>
    </dgm:pt>
    <dgm:pt modelId="{91852B95-1E12-4CB4-B7D7-D7F1F60484F3}" type="sibTrans" cxnId="{C34C9C21-9911-4B7B-9505-8339A77169B3}">
      <dgm:prSet/>
      <dgm:spPr/>
      <dgm:t>
        <a:bodyPr/>
        <a:lstStyle/>
        <a:p>
          <a:endParaRPr lang="fr-BE"/>
        </a:p>
      </dgm:t>
    </dgm:pt>
    <dgm:pt modelId="{49AFBEAE-EA2C-4635-8052-D6E1C429E858}">
      <dgm:prSet/>
      <dgm:spPr/>
      <dgm:t>
        <a:bodyPr/>
        <a:lstStyle/>
        <a:p>
          <a:r>
            <a:rPr lang="fr-BE"/>
            <a:t>- Model predictiv cu o acuratețe de aproximativ 85%</a:t>
          </a:r>
        </a:p>
      </dgm:t>
    </dgm:pt>
    <dgm:pt modelId="{357877D0-9F21-4917-9FD1-9D167C18442D}" type="parTrans" cxnId="{B309CDC6-F1C9-4E99-BB6F-3F88534D50DE}">
      <dgm:prSet/>
      <dgm:spPr/>
      <dgm:t>
        <a:bodyPr/>
        <a:lstStyle/>
        <a:p>
          <a:endParaRPr lang="fr-BE"/>
        </a:p>
      </dgm:t>
    </dgm:pt>
    <dgm:pt modelId="{C1FFFD01-FCEC-4D8E-BAA4-CE8517EA2B01}" type="sibTrans" cxnId="{B309CDC6-F1C9-4E99-BB6F-3F88534D50DE}">
      <dgm:prSet/>
      <dgm:spPr/>
      <dgm:t>
        <a:bodyPr/>
        <a:lstStyle/>
        <a:p>
          <a:endParaRPr lang="fr-BE"/>
        </a:p>
      </dgm:t>
    </dgm:pt>
    <dgm:pt modelId="{8CBCDDEB-B1E4-4ED0-B924-323D735EB77E}">
      <dgm:prSet/>
      <dgm:spPr/>
      <dgm:t>
        <a:bodyPr/>
        <a:lstStyle/>
        <a:p>
          <a:r>
            <a:rPr lang="fr-BE"/>
            <a:t>🚀 Perspective:</a:t>
          </a:r>
        </a:p>
      </dgm:t>
    </dgm:pt>
    <dgm:pt modelId="{E148E68D-FA66-4BE9-8D1E-37935B1E1661}" type="parTrans" cxnId="{905254A4-2BAD-4CA3-84A4-27D57ECD6EF4}">
      <dgm:prSet/>
      <dgm:spPr/>
      <dgm:t>
        <a:bodyPr/>
        <a:lstStyle/>
        <a:p>
          <a:endParaRPr lang="fr-BE"/>
        </a:p>
      </dgm:t>
    </dgm:pt>
    <dgm:pt modelId="{7ADDF72B-09B9-42F5-AE3A-1693D8B58D7B}" type="sibTrans" cxnId="{905254A4-2BAD-4CA3-84A4-27D57ECD6EF4}">
      <dgm:prSet/>
      <dgm:spPr/>
      <dgm:t>
        <a:bodyPr/>
        <a:lstStyle/>
        <a:p>
          <a:endParaRPr lang="fr-BE"/>
        </a:p>
      </dgm:t>
    </dgm:pt>
    <dgm:pt modelId="{3BB279D4-1B5A-44E4-8C28-150527016FB4}">
      <dgm:prSet/>
      <dgm:spPr/>
      <dgm:t>
        <a:bodyPr/>
        <a:lstStyle/>
        <a:p>
          <a:r>
            <a:rPr lang="fr-BE"/>
            <a:t>- Creșterea volumului de date pentru îmbunătățirea performanței</a:t>
          </a:r>
        </a:p>
      </dgm:t>
    </dgm:pt>
    <dgm:pt modelId="{8D844B57-F978-41A4-934B-6A49323F0033}" type="parTrans" cxnId="{33D03016-CE30-4A23-A139-6AB5FAAB9E8C}">
      <dgm:prSet/>
      <dgm:spPr/>
      <dgm:t>
        <a:bodyPr/>
        <a:lstStyle/>
        <a:p>
          <a:endParaRPr lang="fr-BE"/>
        </a:p>
      </dgm:t>
    </dgm:pt>
    <dgm:pt modelId="{5DF24301-1C38-406C-BF25-6D2BA31FBE5E}" type="sibTrans" cxnId="{33D03016-CE30-4A23-A139-6AB5FAAB9E8C}">
      <dgm:prSet/>
      <dgm:spPr/>
      <dgm:t>
        <a:bodyPr/>
        <a:lstStyle/>
        <a:p>
          <a:endParaRPr lang="fr-BE"/>
        </a:p>
      </dgm:t>
    </dgm:pt>
    <dgm:pt modelId="{B78F72D7-787D-4D05-A98D-0928F46B36B0}">
      <dgm:prSet/>
      <dgm:spPr/>
      <dgm:t>
        <a:bodyPr/>
        <a:lstStyle/>
        <a:p>
          <a:r>
            <a:rPr lang="fr-BE"/>
            <a:t>- Optimizarea hiperparametrilor modelului</a:t>
          </a:r>
        </a:p>
      </dgm:t>
    </dgm:pt>
    <dgm:pt modelId="{AF8B4A09-4B13-4F02-B744-FC783451262D}" type="parTrans" cxnId="{BD39A438-7775-4114-925F-18CC29B35AB8}">
      <dgm:prSet/>
      <dgm:spPr/>
      <dgm:t>
        <a:bodyPr/>
        <a:lstStyle/>
        <a:p>
          <a:endParaRPr lang="fr-BE"/>
        </a:p>
      </dgm:t>
    </dgm:pt>
    <dgm:pt modelId="{FE157C50-42E2-478C-8EBB-23063FC2EE8E}" type="sibTrans" cxnId="{BD39A438-7775-4114-925F-18CC29B35AB8}">
      <dgm:prSet/>
      <dgm:spPr/>
      <dgm:t>
        <a:bodyPr/>
        <a:lstStyle/>
        <a:p>
          <a:endParaRPr lang="fr-BE"/>
        </a:p>
      </dgm:t>
    </dgm:pt>
    <dgm:pt modelId="{65EE5C2E-51CE-41C6-8406-7799DE7556EB}">
      <dgm:prSet/>
      <dgm:spPr/>
    </dgm:pt>
    <dgm:pt modelId="{1AC2F441-2ADB-4D04-BBC3-C6BBB4870E55}" type="parTrans" cxnId="{544EB3B1-E829-4DE5-A3E1-13136FA90E53}">
      <dgm:prSet/>
      <dgm:spPr/>
      <dgm:t>
        <a:bodyPr/>
        <a:lstStyle/>
        <a:p>
          <a:endParaRPr lang="fr-BE"/>
        </a:p>
      </dgm:t>
    </dgm:pt>
    <dgm:pt modelId="{37E8476A-C253-40E8-9DCF-B8803DC01A5E}" type="sibTrans" cxnId="{544EB3B1-E829-4DE5-A3E1-13136FA90E53}">
      <dgm:prSet/>
      <dgm:spPr/>
      <dgm:t>
        <a:bodyPr/>
        <a:lstStyle/>
        <a:p>
          <a:endParaRPr lang="fr-BE"/>
        </a:p>
      </dgm:t>
    </dgm:pt>
    <dgm:pt modelId="{F9E26B91-09F3-40CF-8614-FFE9D9B54434}" type="pres">
      <dgm:prSet presAssocID="{79608BF9-D6BB-43BE-98DD-3641652556AE}" presName="Name0" presStyleCnt="0">
        <dgm:presLayoutVars>
          <dgm:chMax val="7"/>
          <dgm:chPref val="7"/>
          <dgm:dir/>
        </dgm:presLayoutVars>
      </dgm:prSet>
      <dgm:spPr/>
    </dgm:pt>
    <dgm:pt modelId="{0DBA7586-EC18-4D36-A6A0-5383D9BAA940}" type="pres">
      <dgm:prSet presAssocID="{79608BF9-D6BB-43BE-98DD-3641652556AE}" presName="Name1" presStyleCnt="0"/>
      <dgm:spPr/>
    </dgm:pt>
    <dgm:pt modelId="{18072441-0118-444F-894F-2CDC5DF773AD}" type="pres">
      <dgm:prSet presAssocID="{79608BF9-D6BB-43BE-98DD-3641652556AE}" presName="cycle" presStyleCnt="0"/>
      <dgm:spPr/>
    </dgm:pt>
    <dgm:pt modelId="{EF83F2A7-B3CB-433E-9E75-C26CB0217DCD}" type="pres">
      <dgm:prSet presAssocID="{79608BF9-D6BB-43BE-98DD-3641652556AE}" presName="srcNode" presStyleLbl="node1" presStyleIdx="0" presStyleCnt="7"/>
      <dgm:spPr/>
    </dgm:pt>
    <dgm:pt modelId="{EAFBAB87-9AD5-479C-AA26-798FE7B76E9D}" type="pres">
      <dgm:prSet presAssocID="{79608BF9-D6BB-43BE-98DD-3641652556AE}" presName="conn" presStyleLbl="parChTrans1D2" presStyleIdx="0" presStyleCnt="1"/>
      <dgm:spPr/>
    </dgm:pt>
    <dgm:pt modelId="{C29A1774-809E-49BD-9A59-B3EE29BE1EEC}" type="pres">
      <dgm:prSet presAssocID="{79608BF9-D6BB-43BE-98DD-3641652556AE}" presName="extraNode" presStyleLbl="node1" presStyleIdx="0" presStyleCnt="7"/>
      <dgm:spPr/>
    </dgm:pt>
    <dgm:pt modelId="{B30D54C4-7F43-4166-86F5-DB292D55FD08}" type="pres">
      <dgm:prSet presAssocID="{79608BF9-D6BB-43BE-98DD-3641652556AE}" presName="dstNode" presStyleLbl="node1" presStyleIdx="0" presStyleCnt="7"/>
      <dgm:spPr/>
    </dgm:pt>
    <dgm:pt modelId="{96726FA0-4867-454D-AA5F-DD11C8292977}" type="pres">
      <dgm:prSet presAssocID="{1DF5F487-01FB-45A4-9BB3-F4E9672DFC8C}" presName="text_1" presStyleLbl="node1" presStyleIdx="0" presStyleCnt="7">
        <dgm:presLayoutVars>
          <dgm:bulletEnabled val="1"/>
        </dgm:presLayoutVars>
      </dgm:prSet>
      <dgm:spPr/>
    </dgm:pt>
    <dgm:pt modelId="{C1E395DB-F95F-45B8-A654-EED3D96E78A3}" type="pres">
      <dgm:prSet presAssocID="{1DF5F487-01FB-45A4-9BB3-F4E9672DFC8C}" presName="accent_1" presStyleCnt="0"/>
      <dgm:spPr/>
    </dgm:pt>
    <dgm:pt modelId="{E870AE34-9354-4585-B9BC-A32190BA94EF}" type="pres">
      <dgm:prSet presAssocID="{1DF5F487-01FB-45A4-9BB3-F4E9672DFC8C}" presName="accentRepeatNode" presStyleLbl="solidFgAcc1" presStyleIdx="0" presStyleCnt="7"/>
      <dgm:spPr/>
    </dgm:pt>
    <dgm:pt modelId="{7E5C1F36-654F-4C21-921D-E8A8A7406F0B}" type="pres">
      <dgm:prSet presAssocID="{76E44C2C-7DED-45D4-AF4B-DE1AAA226B2D}" presName="text_2" presStyleLbl="node1" presStyleIdx="1" presStyleCnt="7">
        <dgm:presLayoutVars>
          <dgm:bulletEnabled val="1"/>
        </dgm:presLayoutVars>
      </dgm:prSet>
      <dgm:spPr/>
    </dgm:pt>
    <dgm:pt modelId="{3B8545B6-4EFD-4EBD-99EF-850D01D524EC}" type="pres">
      <dgm:prSet presAssocID="{76E44C2C-7DED-45D4-AF4B-DE1AAA226B2D}" presName="accent_2" presStyleCnt="0"/>
      <dgm:spPr/>
    </dgm:pt>
    <dgm:pt modelId="{E8D32EE5-CE8F-497C-A769-6FEFA4A29569}" type="pres">
      <dgm:prSet presAssocID="{76E44C2C-7DED-45D4-AF4B-DE1AAA226B2D}" presName="accentRepeatNode" presStyleLbl="solidFgAcc1" presStyleIdx="1" presStyleCnt="7"/>
      <dgm:spPr/>
    </dgm:pt>
    <dgm:pt modelId="{A0F0587B-8BAE-42DA-9A30-F37E6BCFCDE2}" type="pres">
      <dgm:prSet presAssocID="{11372208-669E-486D-966D-C2F04A0274EA}" presName="text_3" presStyleLbl="node1" presStyleIdx="2" presStyleCnt="7">
        <dgm:presLayoutVars>
          <dgm:bulletEnabled val="1"/>
        </dgm:presLayoutVars>
      </dgm:prSet>
      <dgm:spPr/>
    </dgm:pt>
    <dgm:pt modelId="{E0AE23B9-6CB7-4B94-AE9B-BC92DCE00906}" type="pres">
      <dgm:prSet presAssocID="{11372208-669E-486D-966D-C2F04A0274EA}" presName="accent_3" presStyleCnt="0"/>
      <dgm:spPr/>
    </dgm:pt>
    <dgm:pt modelId="{74E64154-22C2-44ED-BAB2-C403B4588C93}" type="pres">
      <dgm:prSet presAssocID="{11372208-669E-486D-966D-C2F04A0274EA}" presName="accentRepeatNode" presStyleLbl="solidFgAcc1" presStyleIdx="2" presStyleCnt="7"/>
      <dgm:spPr/>
    </dgm:pt>
    <dgm:pt modelId="{74E6BD57-CBB7-4F87-9993-5427A099DEF9}" type="pres">
      <dgm:prSet presAssocID="{49AFBEAE-EA2C-4635-8052-D6E1C429E858}" presName="text_4" presStyleLbl="node1" presStyleIdx="3" presStyleCnt="7">
        <dgm:presLayoutVars>
          <dgm:bulletEnabled val="1"/>
        </dgm:presLayoutVars>
      </dgm:prSet>
      <dgm:spPr/>
    </dgm:pt>
    <dgm:pt modelId="{7F0AE36F-FDB2-4310-B3A8-7C488E63899A}" type="pres">
      <dgm:prSet presAssocID="{49AFBEAE-EA2C-4635-8052-D6E1C429E858}" presName="accent_4" presStyleCnt="0"/>
      <dgm:spPr/>
    </dgm:pt>
    <dgm:pt modelId="{1BD2A7CD-F22D-4FA2-9318-1CA263E30C29}" type="pres">
      <dgm:prSet presAssocID="{49AFBEAE-EA2C-4635-8052-D6E1C429E858}" presName="accentRepeatNode" presStyleLbl="solidFgAcc1" presStyleIdx="3" presStyleCnt="7"/>
      <dgm:spPr/>
    </dgm:pt>
    <dgm:pt modelId="{4A85BEB7-0D9D-4233-AE3E-BD0596114D29}" type="pres">
      <dgm:prSet presAssocID="{8CBCDDEB-B1E4-4ED0-B924-323D735EB77E}" presName="text_5" presStyleLbl="node1" presStyleIdx="4" presStyleCnt="7">
        <dgm:presLayoutVars>
          <dgm:bulletEnabled val="1"/>
        </dgm:presLayoutVars>
      </dgm:prSet>
      <dgm:spPr/>
    </dgm:pt>
    <dgm:pt modelId="{0D158757-0186-4C21-A3AD-256F72F28142}" type="pres">
      <dgm:prSet presAssocID="{8CBCDDEB-B1E4-4ED0-B924-323D735EB77E}" presName="accent_5" presStyleCnt="0"/>
      <dgm:spPr/>
    </dgm:pt>
    <dgm:pt modelId="{26CC2916-800E-4EB0-8B80-7FC65CF3912F}" type="pres">
      <dgm:prSet presAssocID="{8CBCDDEB-B1E4-4ED0-B924-323D735EB77E}" presName="accentRepeatNode" presStyleLbl="solidFgAcc1" presStyleIdx="4" presStyleCnt="7"/>
      <dgm:spPr/>
    </dgm:pt>
    <dgm:pt modelId="{EA0972FE-8D05-4825-BE8A-F11C221CDF53}" type="pres">
      <dgm:prSet presAssocID="{3BB279D4-1B5A-44E4-8C28-150527016FB4}" presName="text_6" presStyleLbl="node1" presStyleIdx="5" presStyleCnt="7">
        <dgm:presLayoutVars>
          <dgm:bulletEnabled val="1"/>
        </dgm:presLayoutVars>
      </dgm:prSet>
      <dgm:spPr/>
    </dgm:pt>
    <dgm:pt modelId="{B4BE9DC7-5A71-45D6-9F8F-89163B3861F2}" type="pres">
      <dgm:prSet presAssocID="{3BB279D4-1B5A-44E4-8C28-150527016FB4}" presName="accent_6" presStyleCnt="0"/>
      <dgm:spPr/>
    </dgm:pt>
    <dgm:pt modelId="{A9D782AB-577D-437F-BA1E-E7A704DBBCBD}" type="pres">
      <dgm:prSet presAssocID="{3BB279D4-1B5A-44E4-8C28-150527016FB4}" presName="accentRepeatNode" presStyleLbl="solidFgAcc1" presStyleIdx="5" presStyleCnt="7"/>
      <dgm:spPr/>
    </dgm:pt>
    <dgm:pt modelId="{1DF3503E-F584-434A-A06B-41AB935F4937}" type="pres">
      <dgm:prSet presAssocID="{B78F72D7-787D-4D05-A98D-0928F46B36B0}" presName="text_7" presStyleLbl="node1" presStyleIdx="6" presStyleCnt="7">
        <dgm:presLayoutVars>
          <dgm:bulletEnabled val="1"/>
        </dgm:presLayoutVars>
      </dgm:prSet>
      <dgm:spPr/>
    </dgm:pt>
    <dgm:pt modelId="{532FF7CC-AC15-406B-AB5C-84C8BBE31FEB}" type="pres">
      <dgm:prSet presAssocID="{B78F72D7-787D-4D05-A98D-0928F46B36B0}" presName="accent_7" presStyleCnt="0"/>
      <dgm:spPr/>
    </dgm:pt>
    <dgm:pt modelId="{49A21BE7-AF9D-48F1-9B36-A996CBCB5F99}" type="pres">
      <dgm:prSet presAssocID="{B78F72D7-787D-4D05-A98D-0928F46B36B0}" presName="accentRepeatNode" presStyleLbl="solidFgAcc1" presStyleIdx="6" presStyleCnt="7"/>
      <dgm:spPr/>
    </dgm:pt>
  </dgm:ptLst>
  <dgm:cxnLst>
    <dgm:cxn modelId="{33D03016-CE30-4A23-A139-6AB5FAAB9E8C}" srcId="{79608BF9-D6BB-43BE-98DD-3641652556AE}" destId="{3BB279D4-1B5A-44E4-8C28-150527016FB4}" srcOrd="5" destOrd="0" parTransId="{8D844B57-F978-41A4-934B-6A49323F0033}" sibTransId="{5DF24301-1C38-406C-BF25-6D2BA31FBE5E}"/>
    <dgm:cxn modelId="{C34C9C21-9911-4B7B-9505-8339A77169B3}" srcId="{79608BF9-D6BB-43BE-98DD-3641652556AE}" destId="{11372208-669E-486D-966D-C2F04A0274EA}" srcOrd="2" destOrd="0" parTransId="{222880E1-02A2-41BE-8FCF-7EAFF186C0D2}" sibTransId="{91852B95-1E12-4CB4-B7D7-D7F1F60484F3}"/>
    <dgm:cxn modelId="{BD39A438-7775-4114-925F-18CC29B35AB8}" srcId="{79608BF9-D6BB-43BE-98DD-3641652556AE}" destId="{B78F72D7-787D-4D05-A98D-0928F46B36B0}" srcOrd="6" destOrd="0" parTransId="{AF8B4A09-4B13-4F02-B744-FC783451262D}" sibTransId="{FE157C50-42E2-478C-8EBB-23063FC2EE8E}"/>
    <dgm:cxn modelId="{3ED74064-CFCD-4D56-B29A-4A85C0C9CE69}" type="presOf" srcId="{B78F72D7-787D-4D05-A98D-0928F46B36B0}" destId="{1DF3503E-F584-434A-A06B-41AB935F4937}" srcOrd="0" destOrd="0" presId="urn:microsoft.com/office/officeart/2008/layout/VerticalCurvedList"/>
    <dgm:cxn modelId="{324E6C6A-B1C4-4A1B-A3FE-76CB88F74FAF}" type="presOf" srcId="{76E44C2C-7DED-45D4-AF4B-DE1AAA226B2D}" destId="{7E5C1F36-654F-4C21-921D-E8A8A7406F0B}" srcOrd="0" destOrd="0" presId="urn:microsoft.com/office/officeart/2008/layout/VerticalCurvedList"/>
    <dgm:cxn modelId="{6D156E6C-DC51-4C88-B675-C6CFA3E37FAA}" srcId="{79608BF9-D6BB-43BE-98DD-3641652556AE}" destId="{1DF5F487-01FB-45A4-9BB3-F4E9672DFC8C}" srcOrd="0" destOrd="0" parTransId="{92BC5E64-8745-4BF9-B1E5-6CB2DC85608A}" sibTransId="{3C38188C-B5CD-4352-BB82-94FFCA34EB99}"/>
    <dgm:cxn modelId="{41432A4D-FAC5-4DD4-B65C-269768A0692C}" type="presOf" srcId="{8CBCDDEB-B1E4-4ED0-B924-323D735EB77E}" destId="{4A85BEB7-0D9D-4233-AE3E-BD0596114D29}" srcOrd="0" destOrd="0" presId="urn:microsoft.com/office/officeart/2008/layout/VerticalCurvedList"/>
    <dgm:cxn modelId="{245F9B73-DDBC-481B-9D2D-F070201033B7}" type="presOf" srcId="{1DF5F487-01FB-45A4-9BB3-F4E9672DFC8C}" destId="{96726FA0-4867-454D-AA5F-DD11C8292977}" srcOrd="0" destOrd="0" presId="urn:microsoft.com/office/officeart/2008/layout/VerticalCurvedList"/>
    <dgm:cxn modelId="{9D4A0B82-CED8-44CA-870E-22047C107EA8}" type="presOf" srcId="{3C38188C-B5CD-4352-BB82-94FFCA34EB99}" destId="{EAFBAB87-9AD5-479C-AA26-798FE7B76E9D}" srcOrd="0" destOrd="0" presId="urn:microsoft.com/office/officeart/2008/layout/VerticalCurvedList"/>
    <dgm:cxn modelId="{905254A4-2BAD-4CA3-84A4-27D57ECD6EF4}" srcId="{79608BF9-D6BB-43BE-98DD-3641652556AE}" destId="{8CBCDDEB-B1E4-4ED0-B924-323D735EB77E}" srcOrd="4" destOrd="0" parTransId="{E148E68D-FA66-4BE9-8D1E-37935B1E1661}" sibTransId="{7ADDF72B-09B9-42F5-AE3A-1693D8B58D7B}"/>
    <dgm:cxn modelId="{544EB3B1-E829-4DE5-A3E1-13136FA90E53}" srcId="{79608BF9-D6BB-43BE-98DD-3641652556AE}" destId="{65EE5C2E-51CE-41C6-8406-7799DE7556EB}" srcOrd="7" destOrd="0" parTransId="{1AC2F441-2ADB-4D04-BBC3-C6BBB4870E55}" sibTransId="{37E8476A-C253-40E8-9DCF-B8803DC01A5E}"/>
    <dgm:cxn modelId="{B309CDC6-F1C9-4E99-BB6F-3F88534D50DE}" srcId="{79608BF9-D6BB-43BE-98DD-3641652556AE}" destId="{49AFBEAE-EA2C-4635-8052-D6E1C429E858}" srcOrd="3" destOrd="0" parTransId="{357877D0-9F21-4917-9FD1-9D167C18442D}" sibTransId="{C1FFFD01-FCEC-4D8E-BAA4-CE8517EA2B01}"/>
    <dgm:cxn modelId="{41806CC9-23E8-40E4-98D4-A34FEFA5C250}" type="presOf" srcId="{79608BF9-D6BB-43BE-98DD-3641652556AE}" destId="{F9E26B91-09F3-40CF-8614-FFE9D9B54434}" srcOrd="0" destOrd="0" presId="urn:microsoft.com/office/officeart/2008/layout/VerticalCurvedList"/>
    <dgm:cxn modelId="{89D767D6-CAD1-4BC9-933B-081D19D7465F}" type="presOf" srcId="{11372208-669E-486D-966D-C2F04A0274EA}" destId="{A0F0587B-8BAE-42DA-9A30-F37E6BCFCDE2}" srcOrd="0" destOrd="0" presId="urn:microsoft.com/office/officeart/2008/layout/VerticalCurvedList"/>
    <dgm:cxn modelId="{8F6BC3DF-32C0-463A-B642-A85C5E44AE4C}" srcId="{79608BF9-D6BB-43BE-98DD-3641652556AE}" destId="{76E44C2C-7DED-45D4-AF4B-DE1AAA226B2D}" srcOrd="1" destOrd="0" parTransId="{CFA089F4-BD28-4BAF-BA84-1ABB9D5E556D}" sibTransId="{FD36F746-B4BA-4F09-A28B-A0894CECC671}"/>
    <dgm:cxn modelId="{CEA827E2-3AAC-44B7-834C-C03653EDEF44}" type="presOf" srcId="{49AFBEAE-EA2C-4635-8052-D6E1C429E858}" destId="{74E6BD57-CBB7-4F87-9993-5427A099DEF9}" srcOrd="0" destOrd="0" presId="urn:microsoft.com/office/officeart/2008/layout/VerticalCurvedList"/>
    <dgm:cxn modelId="{E43F80E7-79BD-438F-8EFF-1E01BA3BC911}" type="presOf" srcId="{3BB279D4-1B5A-44E4-8C28-150527016FB4}" destId="{EA0972FE-8D05-4825-BE8A-F11C221CDF53}" srcOrd="0" destOrd="0" presId="urn:microsoft.com/office/officeart/2008/layout/VerticalCurvedList"/>
    <dgm:cxn modelId="{226C8131-8E72-4A94-A00C-83394A5FA59C}" type="presParOf" srcId="{F9E26B91-09F3-40CF-8614-FFE9D9B54434}" destId="{0DBA7586-EC18-4D36-A6A0-5383D9BAA940}" srcOrd="0" destOrd="0" presId="urn:microsoft.com/office/officeart/2008/layout/VerticalCurvedList"/>
    <dgm:cxn modelId="{5BF43561-9BB9-464E-86E0-6CC2DDF1C33E}" type="presParOf" srcId="{0DBA7586-EC18-4D36-A6A0-5383D9BAA940}" destId="{18072441-0118-444F-894F-2CDC5DF773AD}" srcOrd="0" destOrd="0" presId="urn:microsoft.com/office/officeart/2008/layout/VerticalCurvedList"/>
    <dgm:cxn modelId="{99DCD69C-94BA-4E2C-B00A-C41E6D3F09F2}" type="presParOf" srcId="{18072441-0118-444F-894F-2CDC5DF773AD}" destId="{EF83F2A7-B3CB-433E-9E75-C26CB0217DCD}" srcOrd="0" destOrd="0" presId="urn:microsoft.com/office/officeart/2008/layout/VerticalCurvedList"/>
    <dgm:cxn modelId="{97CEC2B2-6674-4B8F-B6DC-E245B538D98D}" type="presParOf" srcId="{18072441-0118-444F-894F-2CDC5DF773AD}" destId="{EAFBAB87-9AD5-479C-AA26-798FE7B76E9D}" srcOrd="1" destOrd="0" presId="urn:microsoft.com/office/officeart/2008/layout/VerticalCurvedList"/>
    <dgm:cxn modelId="{D35F0B6D-4CA2-464B-9AFB-D9EBE8EBDE4E}" type="presParOf" srcId="{18072441-0118-444F-894F-2CDC5DF773AD}" destId="{C29A1774-809E-49BD-9A59-B3EE29BE1EEC}" srcOrd="2" destOrd="0" presId="urn:microsoft.com/office/officeart/2008/layout/VerticalCurvedList"/>
    <dgm:cxn modelId="{9F2544D9-6DC1-4D18-8E1E-38FCEF35C424}" type="presParOf" srcId="{18072441-0118-444F-894F-2CDC5DF773AD}" destId="{B30D54C4-7F43-4166-86F5-DB292D55FD08}" srcOrd="3" destOrd="0" presId="urn:microsoft.com/office/officeart/2008/layout/VerticalCurvedList"/>
    <dgm:cxn modelId="{9C7BFD59-E8BE-48DC-9170-CF388E80854E}" type="presParOf" srcId="{0DBA7586-EC18-4D36-A6A0-5383D9BAA940}" destId="{96726FA0-4867-454D-AA5F-DD11C8292977}" srcOrd="1" destOrd="0" presId="urn:microsoft.com/office/officeart/2008/layout/VerticalCurvedList"/>
    <dgm:cxn modelId="{4651F3A4-6ACB-4397-A380-FAC04756792B}" type="presParOf" srcId="{0DBA7586-EC18-4D36-A6A0-5383D9BAA940}" destId="{C1E395DB-F95F-45B8-A654-EED3D96E78A3}" srcOrd="2" destOrd="0" presId="urn:microsoft.com/office/officeart/2008/layout/VerticalCurvedList"/>
    <dgm:cxn modelId="{6EE36A9B-A375-4E61-B46D-DBA55C94E35C}" type="presParOf" srcId="{C1E395DB-F95F-45B8-A654-EED3D96E78A3}" destId="{E870AE34-9354-4585-B9BC-A32190BA94EF}" srcOrd="0" destOrd="0" presId="urn:microsoft.com/office/officeart/2008/layout/VerticalCurvedList"/>
    <dgm:cxn modelId="{6CE281E4-514C-4054-A642-A53BDEAFB0AC}" type="presParOf" srcId="{0DBA7586-EC18-4D36-A6A0-5383D9BAA940}" destId="{7E5C1F36-654F-4C21-921D-E8A8A7406F0B}" srcOrd="3" destOrd="0" presId="urn:microsoft.com/office/officeart/2008/layout/VerticalCurvedList"/>
    <dgm:cxn modelId="{1D2DB543-4297-45DF-ADD3-B7192CED6072}" type="presParOf" srcId="{0DBA7586-EC18-4D36-A6A0-5383D9BAA940}" destId="{3B8545B6-4EFD-4EBD-99EF-850D01D524EC}" srcOrd="4" destOrd="0" presId="urn:microsoft.com/office/officeart/2008/layout/VerticalCurvedList"/>
    <dgm:cxn modelId="{5C634F3F-85B6-400F-B758-40D94F5B2DB5}" type="presParOf" srcId="{3B8545B6-4EFD-4EBD-99EF-850D01D524EC}" destId="{E8D32EE5-CE8F-497C-A769-6FEFA4A29569}" srcOrd="0" destOrd="0" presId="urn:microsoft.com/office/officeart/2008/layout/VerticalCurvedList"/>
    <dgm:cxn modelId="{334FB176-8A20-4DA4-8D0A-3D81BB7C2036}" type="presParOf" srcId="{0DBA7586-EC18-4D36-A6A0-5383D9BAA940}" destId="{A0F0587B-8BAE-42DA-9A30-F37E6BCFCDE2}" srcOrd="5" destOrd="0" presId="urn:microsoft.com/office/officeart/2008/layout/VerticalCurvedList"/>
    <dgm:cxn modelId="{36D52D18-7360-4611-B931-2B6ACC8E77BD}" type="presParOf" srcId="{0DBA7586-EC18-4D36-A6A0-5383D9BAA940}" destId="{E0AE23B9-6CB7-4B94-AE9B-BC92DCE00906}" srcOrd="6" destOrd="0" presId="urn:microsoft.com/office/officeart/2008/layout/VerticalCurvedList"/>
    <dgm:cxn modelId="{CA7602F8-6E83-4057-BC11-71FD827353AE}" type="presParOf" srcId="{E0AE23B9-6CB7-4B94-AE9B-BC92DCE00906}" destId="{74E64154-22C2-44ED-BAB2-C403B4588C93}" srcOrd="0" destOrd="0" presId="urn:microsoft.com/office/officeart/2008/layout/VerticalCurvedList"/>
    <dgm:cxn modelId="{25510E85-5BF8-43C9-9835-9AF7C1503FB0}" type="presParOf" srcId="{0DBA7586-EC18-4D36-A6A0-5383D9BAA940}" destId="{74E6BD57-CBB7-4F87-9993-5427A099DEF9}" srcOrd="7" destOrd="0" presId="urn:microsoft.com/office/officeart/2008/layout/VerticalCurvedList"/>
    <dgm:cxn modelId="{202A84FD-B62E-41BC-B6A3-4FD53CCAEB1C}" type="presParOf" srcId="{0DBA7586-EC18-4D36-A6A0-5383D9BAA940}" destId="{7F0AE36F-FDB2-4310-B3A8-7C488E63899A}" srcOrd="8" destOrd="0" presId="urn:microsoft.com/office/officeart/2008/layout/VerticalCurvedList"/>
    <dgm:cxn modelId="{640EFDA9-C15B-4D05-9F1B-D9D12917632F}" type="presParOf" srcId="{7F0AE36F-FDB2-4310-B3A8-7C488E63899A}" destId="{1BD2A7CD-F22D-4FA2-9318-1CA263E30C29}" srcOrd="0" destOrd="0" presId="urn:microsoft.com/office/officeart/2008/layout/VerticalCurvedList"/>
    <dgm:cxn modelId="{E94F45EB-EA2F-44BF-BC13-BEEA57AA9846}" type="presParOf" srcId="{0DBA7586-EC18-4D36-A6A0-5383D9BAA940}" destId="{4A85BEB7-0D9D-4233-AE3E-BD0596114D29}" srcOrd="9" destOrd="0" presId="urn:microsoft.com/office/officeart/2008/layout/VerticalCurvedList"/>
    <dgm:cxn modelId="{39B866BC-23EC-4869-B348-AA59B17EAEE6}" type="presParOf" srcId="{0DBA7586-EC18-4D36-A6A0-5383D9BAA940}" destId="{0D158757-0186-4C21-A3AD-256F72F28142}" srcOrd="10" destOrd="0" presId="urn:microsoft.com/office/officeart/2008/layout/VerticalCurvedList"/>
    <dgm:cxn modelId="{CD64C693-9123-4F56-8916-900BC9863438}" type="presParOf" srcId="{0D158757-0186-4C21-A3AD-256F72F28142}" destId="{26CC2916-800E-4EB0-8B80-7FC65CF3912F}" srcOrd="0" destOrd="0" presId="urn:microsoft.com/office/officeart/2008/layout/VerticalCurvedList"/>
    <dgm:cxn modelId="{4B9F27B0-02DA-4809-9BBA-E3611F313399}" type="presParOf" srcId="{0DBA7586-EC18-4D36-A6A0-5383D9BAA940}" destId="{EA0972FE-8D05-4825-BE8A-F11C221CDF53}" srcOrd="11" destOrd="0" presId="urn:microsoft.com/office/officeart/2008/layout/VerticalCurvedList"/>
    <dgm:cxn modelId="{B3146237-0605-4C6F-B68E-13658E873AC0}" type="presParOf" srcId="{0DBA7586-EC18-4D36-A6A0-5383D9BAA940}" destId="{B4BE9DC7-5A71-45D6-9F8F-89163B3861F2}" srcOrd="12" destOrd="0" presId="urn:microsoft.com/office/officeart/2008/layout/VerticalCurvedList"/>
    <dgm:cxn modelId="{BE6B3331-02AE-4FDB-9A5F-90587514EE86}" type="presParOf" srcId="{B4BE9DC7-5A71-45D6-9F8F-89163B3861F2}" destId="{A9D782AB-577D-437F-BA1E-E7A704DBBCBD}" srcOrd="0" destOrd="0" presId="urn:microsoft.com/office/officeart/2008/layout/VerticalCurvedList"/>
    <dgm:cxn modelId="{D1ABB4E7-AA8F-4095-B4B5-6362C004566F}" type="presParOf" srcId="{0DBA7586-EC18-4D36-A6A0-5383D9BAA940}" destId="{1DF3503E-F584-434A-A06B-41AB935F4937}" srcOrd="13" destOrd="0" presId="urn:microsoft.com/office/officeart/2008/layout/VerticalCurvedList"/>
    <dgm:cxn modelId="{F1910B22-FA8F-4FB9-B63C-26AE5F47D809}" type="presParOf" srcId="{0DBA7586-EC18-4D36-A6A0-5383D9BAA940}" destId="{532FF7CC-AC15-406B-AB5C-84C8BBE31FEB}" srcOrd="14" destOrd="0" presId="urn:microsoft.com/office/officeart/2008/layout/VerticalCurvedList"/>
    <dgm:cxn modelId="{51983086-3D08-43A4-9B29-463182E6FE4C}" type="presParOf" srcId="{532FF7CC-AC15-406B-AB5C-84C8BBE31FEB}" destId="{49A21BE7-AF9D-48F1-9B36-A996CBCB5F9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8CB1129-6B4C-4B24-847B-D79C7EDB8DFE}" type="doc">
      <dgm:prSet loTypeId="urn:microsoft.com/office/officeart/2005/8/layout/hProcess3" loCatId="process" qsTypeId="urn:microsoft.com/office/officeart/2005/8/quickstyle/3d3" qsCatId="3D" csTypeId="urn:microsoft.com/office/officeart/2005/8/colors/accent1_2" csCatId="accent1"/>
      <dgm:spPr/>
      <dgm:t>
        <a:bodyPr/>
        <a:lstStyle/>
        <a:p>
          <a:endParaRPr lang="fr-BE"/>
        </a:p>
      </dgm:t>
    </dgm:pt>
    <dgm:pt modelId="{5FE61B21-749A-4261-BF9F-A05692E36512}">
      <dgm:prSet/>
      <dgm:spPr/>
      <dgm:t>
        <a:bodyPr/>
        <a:lstStyle/>
        <a:p>
          <a:r>
            <a:rPr lang="ro-RO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Mulțumesc pentru atenție</a:t>
          </a:r>
          <a:endParaRPr lang="fr-BE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7871CBD-9E0B-4592-90F6-D09F60C650F5}" type="parTrans" cxnId="{D844A34D-3CCA-47D2-896D-CEF84A8C957D}">
      <dgm:prSet/>
      <dgm:spPr/>
      <dgm:t>
        <a:bodyPr/>
        <a:lstStyle/>
        <a:p>
          <a:endParaRPr lang="fr-BE"/>
        </a:p>
      </dgm:t>
    </dgm:pt>
    <dgm:pt modelId="{D14E7A89-D79E-49EF-8B2E-4A6558592646}" type="sibTrans" cxnId="{D844A34D-3CCA-47D2-896D-CEF84A8C957D}">
      <dgm:prSet/>
      <dgm:spPr/>
      <dgm:t>
        <a:bodyPr/>
        <a:lstStyle/>
        <a:p>
          <a:endParaRPr lang="fr-BE"/>
        </a:p>
      </dgm:t>
    </dgm:pt>
    <dgm:pt modelId="{361C5BAC-00A8-4D00-9A34-F97256BCAD53}" type="pres">
      <dgm:prSet presAssocID="{88CB1129-6B4C-4B24-847B-D79C7EDB8DFE}" presName="Name0" presStyleCnt="0">
        <dgm:presLayoutVars>
          <dgm:dir/>
          <dgm:animLvl val="lvl"/>
          <dgm:resizeHandles val="exact"/>
        </dgm:presLayoutVars>
      </dgm:prSet>
      <dgm:spPr/>
    </dgm:pt>
    <dgm:pt modelId="{51F80EC3-F7D0-4EC1-93B2-678E33C5CD8F}" type="pres">
      <dgm:prSet presAssocID="{88CB1129-6B4C-4B24-847B-D79C7EDB8DFE}" presName="dummy" presStyleCnt="0"/>
      <dgm:spPr/>
    </dgm:pt>
    <dgm:pt modelId="{AF155F0F-BCE3-436B-BD4C-E4030AEE4DA0}" type="pres">
      <dgm:prSet presAssocID="{88CB1129-6B4C-4B24-847B-D79C7EDB8DFE}" presName="linH" presStyleCnt="0"/>
      <dgm:spPr/>
    </dgm:pt>
    <dgm:pt modelId="{1014EEA3-3971-4F73-8DE2-4EE7AF2B1C9E}" type="pres">
      <dgm:prSet presAssocID="{88CB1129-6B4C-4B24-847B-D79C7EDB8DFE}" presName="padding1" presStyleCnt="0"/>
      <dgm:spPr/>
    </dgm:pt>
    <dgm:pt modelId="{A086FEE9-E3C0-48A5-A167-E02BF87D8710}" type="pres">
      <dgm:prSet presAssocID="{5FE61B21-749A-4261-BF9F-A05692E36512}" presName="linV" presStyleCnt="0"/>
      <dgm:spPr/>
    </dgm:pt>
    <dgm:pt modelId="{8F86DD59-E815-4497-847F-F30463C7D133}" type="pres">
      <dgm:prSet presAssocID="{5FE61B21-749A-4261-BF9F-A05692E36512}" presName="spVertical1" presStyleCnt="0"/>
      <dgm:spPr/>
    </dgm:pt>
    <dgm:pt modelId="{2629E1B1-DF93-4F4A-B88E-FA59318F79F5}" type="pres">
      <dgm:prSet presAssocID="{5FE61B21-749A-4261-BF9F-A05692E36512}" presName="parTx" presStyleLbl="revTx" presStyleIdx="0" presStyleCnt="1">
        <dgm:presLayoutVars>
          <dgm:chMax val="0"/>
          <dgm:chPref val="0"/>
          <dgm:bulletEnabled val="1"/>
        </dgm:presLayoutVars>
      </dgm:prSet>
      <dgm:spPr/>
    </dgm:pt>
    <dgm:pt modelId="{A4AC9E13-0290-4DB5-969A-3D42E28245BE}" type="pres">
      <dgm:prSet presAssocID="{5FE61B21-749A-4261-BF9F-A05692E36512}" presName="spVertical2" presStyleCnt="0"/>
      <dgm:spPr/>
    </dgm:pt>
    <dgm:pt modelId="{85786DCD-05B2-4E80-876B-1830F7E78FC6}" type="pres">
      <dgm:prSet presAssocID="{5FE61B21-749A-4261-BF9F-A05692E36512}" presName="spVertical3" presStyleCnt="0"/>
      <dgm:spPr/>
    </dgm:pt>
    <dgm:pt modelId="{81212E5E-924E-4273-98F9-BC8ABEE9CDE5}" type="pres">
      <dgm:prSet presAssocID="{88CB1129-6B4C-4B24-847B-D79C7EDB8DFE}" presName="padding2" presStyleCnt="0"/>
      <dgm:spPr/>
    </dgm:pt>
    <dgm:pt modelId="{26792967-CD09-43CE-A7C9-22BDD0A13E12}" type="pres">
      <dgm:prSet presAssocID="{88CB1129-6B4C-4B24-847B-D79C7EDB8DFE}" presName="negArrow" presStyleCnt="0"/>
      <dgm:spPr/>
    </dgm:pt>
    <dgm:pt modelId="{7A7CD3D8-1ED7-4891-BAB7-FB581B5AA0C9}" type="pres">
      <dgm:prSet presAssocID="{88CB1129-6B4C-4B24-847B-D79C7EDB8DFE}" presName="backgroundArrow" presStyleLbl="node1" presStyleIdx="0" presStyleCnt="1"/>
      <dgm:spPr/>
    </dgm:pt>
  </dgm:ptLst>
  <dgm:cxnLst>
    <dgm:cxn modelId="{D844A34D-3CCA-47D2-896D-CEF84A8C957D}" srcId="{88CB1129-6B4C-4B24-847B-D79C7EDB8DFE}" destId="{5FE61B21-749A-4261-BF9F-A05692E36512}" srcOrd="0" destOrd="0" parTransId="{47871CBD-9E0B-4592-90F6-D09F60C650F5}" sibTransId="{D14E7A89-D79E-49EF-8B2E-4A6558592646}"/>
    <dgm:cxn modelId="{60D19F98-3E53-4B01-BA2C-695DCB695016}" type="presOf" srcId="{88CB1129-6B4C-4B24-847B-D79C7EDB8DFE}" destId="{361C5BAC-00A8-4D00-9A34-F97256BCAD53}" srcOrd="0" destOrd="0" presId="urn:microsoft.com/office/officeart/2005/8/layout/hProcess3"/>
    <dgm:cxn modelId="{B03C09BA-BA3E-4D2B-975F-DB6E7328E779}" type="presOf" srcId="{5FE61B21-749A-4261-BF9F-A05692E36512}" destId="{2629E1B1-DF93-4F4A-B88E-FA59318F79F5}" srcOrd="0" destOrd="0" presId="urn:microsoft.com/office/officeart/2005/8/layout/hProcess3"/>
    <dgm:cxn modelId="{FED229B8-F5C2-4F14-946B-DE275BAAE9AC}" type="presParOf" srcId="{361C5BAC-00A8-4D00-9A34-F97256BCAD53}" destId="{51F80EC3-F7D0-4EC1-93B2-678E33C5CD8F}" srcOrd="0" destOrd="0" presId="urn:microsoft.com/office/officeart/2005/8/layout/hProcess3"/>
    <dgm:cxn modelId="{C772E2F0-405A-41AF-8A93-35F324129299}" type="presParOf" srcId="{361C5BAC-00A8-4D00-9A34-F97256BCAD53}" destId="{AF155F0F-BCE3-436B-BD4C-E4030AEE4DA0}" srcOrd="1" destOrd="0" presId="urn:microsoft.com/office/officeart/2005/8/layout/hProcess3"/>
    <dgm:cxn modelId="{0454E351-FED7-4F99-AFB2-021C36B9C2D9}" type="presParOf" srcId="{AF155F0F-BCE3-436B-BD4C-E4030AEE4DA0}" destId="{1014EEA3-3971-4F73-8DE2-4EE7AF2B1C9E}" srcOrd="0" destOrd="0" presId="urn:microsoft.com/office/officeart/2005/8/layout/hProcess3"/>
    <dgm:cxn modelId="{24A5B703-6771-4FC9-A6DD-808F0C4686DD}" type="presParOf" srcId="{AF155F0F-BCE3-436B-BD4C-E4030AEE4DA0}" destId="{A086FEE9-E3C0-48A5-A167-E02BF87D8710}" srcOrd="1" destOrd="0" presId="urn:microsoft.com/office/officeart/2005/8/layout/hProcess3"/>
    <dgm:cxn modelId="{606FA74D-4666-45D5-9DA2-C2422175E62A}" type="presParOf" srcId="{A086FEE9-E3C0-48A5-A167-E02BF87D8710}" destId="{8F86DD59-E815-4497-847F-F30463C7D133}" srcOrd="0" destOrd="0" presId="urn:microsoft.com/office/officeart/2005/8/layout/hProcess3"/>
    <dgm:cxn modelId="{BAC4038D-36A3-4B3D-9524-B539F0E5982B}" type="presParOf" srcId="{A086FEE9-E3C0-48A5-A167-E02BF87D8710}" destId="{2629E1B1-DF93-4F4A-B88E-FA59318F79F5}" srcOrd="1" destOrd="0" presId="urn:microsoft.com/office/officeart/2005/8/layout/hProcess3"/>
    <dgm:cxn modelId="{82B0A672-D4C6-4794-9502-160DCACFAC3E}" type="presParOf" srcId="{A086FEE9-E3C0-48A5-A167-E02BF87D8710}" destId="{A4AC9E13-0290-4DB5-969A-3D42E28245BE}" srcOrd="2" destOrd="0" presId="urn:microsoft.com/office/officeart/2005/8/layout/hProcess3"/>
    <dgm:cxn modelId="{73294DCE-BB99-4656-8B3B-5239DC6C5335}" type="presParOf" srcId="{A086FEE9-E3C0-48A5-A167-E02BF87D8710}" destId="{85786DCD-05B2-4E80-876B-1830F7E78FC6}" srcOrd="3" destOrd="0" presId="urn:microsoft.com/office/officeart/2005/8/layout/hProcess3"/>
    <dgm:cxn modelId="{6BF7EF9C-F4C4-4E82-9783-EF52D70BC4BB}" type="presParOf" srcId="{AF155F0F-BCE3-436B-BD4C-E4030AEE4DA0}" destId="{81212E5E-924E-4273-98F9-BC8ABEE9CDE5}" srcOrd="2" destOrd="0" presId="urn:microsoft.com/office/officeart/2005/8/layout/hProcess3"/>
    <dgm:cxn modelId="{7F7B8895-051D-4751-A856-4740A2311583}" type="presParOf" srcId="{AF155F0F-BCE3-436B-BD4C-E4030AEE4DA0}" destId="{26792967-CD09-43CE-A7C9-22BDD0A13E12}" srcOrd="3" destOrd="0" presId="urn:microsoft.com/office/officeart/2005/8/layout/hProcess3"/>
    <dgm:cxn modelId="{9838F362-4439-4F39-8FE9-4502198C8128}" type="presParOf" srcId="{AF155F0F-BCE3-436B-BD4C-E4030AEE4DA0}" destId="{7A7CD3D8-1ED7-4891-BAB7-FB581B5AA0C9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42A36-1FB5-427B-BC8A-B7ED0290C8C3}">
      <dsp:nvSpPr>
        <dsp:cNvPr id="0" name=""/>
        <dsp:cNvSpPr/>
      </dsp:nvSpPr>
      <dsp:spPr>
        <a:xfrm>
          <a:off x="468868" y="0"/>
          <a:ext cx="5313838" cy="34496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F6CFB-1FAC-4D18-BE96-93CEF4A48465}">
      <dsp:nvSpPr>
        <dsp:cNvPr id="0" name=""/>
        <dsp:cNvSpPr/>
      </dsp:nvSpPr>
      <dsp:spPr>
        <a:xfrm>
          <a:off x="2512" y="326508"/>
          <a:ext cx="2038654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300" kern="1200" dirty="0"/>
            <a:t>🎯 </a:t>
          </a:r>
          <a:r>
            <a:rPr lang="fr-BE" sz="1300" kern="1200" dirty="0" err="1"/>
            <a:t>Obiectiv</a:t>
          </a:r>
          <a:r>
            <a:rPr lang="fr-BE" sz="1300" kern="1200" dirty="0"/>
            <a:t>: </a:t>
          </a:r>
          <a:r>
            <a:rPr lang="fr-BE" sz="1300" kern="1200" dirty="0" err="1"/>
            <a:t>Construirea</a:t>
          </a:r>
          <a:r>
            <a:rPr lang="fr-BE" sz="1300" kern="1200" dirty="0"/>
            <a:t> </a:t>
          </a:r>
          <a:r>
            <a:rPr lang="fr-BE" sz="1300" kern="1200" dirty="0" err="1"/>
            <a:t>unui</a:t>
          </a:r>
          <a:r>
            <a:rPr lang="fr-BE" sz="1300" kern="1200" dirty="0"/>
            <a:t> model </a:t>
          </a:r>
          <a:r>
            <a:rPr lang="fr-BE" sz="1300" kern="1200" dirty="0" err="1"/>
            <a:t>predictiv</a:t>
          </a:r>
          <a:r>
            <a:rPr lang="fr-BE" sz="1300" kern="1200" dirty="0"/>
            <a:t> </a:t>
          </a:r>
          <a:r>
            <a:rPr lang="fr-BE" sz="1300" kern="1200" dirty="0" err="1"/>
            <a:t>capabil</a:t>
          </a:r>
          <a:r>
            <a:rPr lang="fr-BE" sz="1300" kern="1200" dirty="0"/>
            <a:t> </a:t>
          </a:r>
          <a:r>
            <a:rPr lang="fr-BE" sz="1300" kern="1200" dirty="0" err="1"/>
            <a:t>să</a:t>
          </a:r>
          <a:r>
            <a:rPr lang="fr-BE" sz="1300" kern="1200" dirty="0"/>
            <a:t> </a:t>
          </a:r>
          <a:r>
            <a:rPr lang="fr-BE" sz="1300" kern="1200" dirty="0" err="1"/>
            <a:t>estimeze</a:t>
          </a:r>
          <a:r>
            <a:rPr lang="fr-BE" sz="1300" kern="1200" dirty="0"/>
            <a:t> </a:t>
          </a:r>
          <a:r>
            <a:rPr lang="fr-BE" sz="1300" kern="1200" dirty="0" err="1"/>
            <a:t>prețul</a:t>
          </a:r>
          <a:r>
            <a:rPr lang="fr-BE" sz="1300" kern="1200" dirty="0"/>
            <a:t> </a:t>
          </a:r>
          <a:r>
            <a:rPr lang="fr-BE" sz="1300" kern="1200" dirty="0" err="1"/>
            <a:t>unui</a:t>
          </a:r>
          <a:r>
            <a:rPr lang="fr-BE" sz="1300" kern="1200" dirty="0"/>
            <a:t> smartphone </a:t>
          </a:r>
          <a:r>
            <a:rPr lang="fr-BE" sz="1300" kern="1200" dirty="0" err="1"/>
            <a:t>în</a:t>
          </a:r>
          <a:r>
            <a:rPr lang="fr-BE" sz="1300" kern="1200" dirty="0"/>
            <a:t> </a:t>
          </a:r>
          <a:r>
            <a:rPr lang="fr-BE" sz="1300" kern="1200" dirty="0" err="1"/>
            <a:t>funcție</a:t>
          </a:r>
          <a:r>
            <a:rPr lang="fr-BE" sz="1300" kern="1200" dirty="0"/>
            <a:t> de </a:t>
          </a:r>
          <a:r>
            <a:rPr lang="fr-BE" sz="1300" kern="1200" dirty="0" err="1"/>
            <a:t>caracteristicile</a:t>
          </a:r>
          <a:r>
            <a:rPr lang="fr-BE" sz="1300" kern="1200" dirty="0"/>
            <a:t> sale </a:t>
          </a:r>
          <a:r>
            <a:rPr lang="fr-BE" sz="1300" kern="1200" dirty="0" err="1"/>
            <a:t>tehnice</a:t>
          </a:r>
          <a:r>
            <a:rPr lang="fr-BE" sz="1300" kern="1200" dirty="0"/>
            <a:t> </a:t>
          </a:r>
          <a:r>
            <a:rPr lang="fr-BE" sz="1300" kern="1200" dirty="0" err="1"/>
            <a:t>și</a:t>
          </a:r>
          <a:r>
            <a:rPr lang="fr-BE" sz="1300" kern="1200" dirty="0"/>
            <a:t> de </a:t>
          </a:r>
          <a:r>
            <a:rPr lang="fr-BE" sz="1300" kern="1200" dirty="0" err="1"/>
            <a:t>marcă</a:t>
          </a:r>
          <a:r>
            <a:rPr lang="fr-BE" sz="1300" kern="1200" dirty="0"/>
            <a:t>.</a:t>
          </a:r>
        </a:p>
      </dsp:txBody>
      <dsp:txXfrm>
        <a:off x="102031" y="426027"/>
        <a:ext cx="1839616" cy="2597583"/>
      </dsp:txXfrm>
    </dsp:sp>
    <dsp:sp modelId="{8352B427-363B-4976-9CAE-5AF257E5D99B}">
      <dsp:nvSpPr>
        <dsp:cNvPr id="0" name=""/>
        <dsp:cNvSpPr/>
      </dsp:nvSpPr>
      <dsp:spPr>
        <a:xfrm>
          <a:off x="2124195" y="326508"/>
          <a:ext cx="1926864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300" kern="1200" dirty="0"/>
            <a:t>💡 </a:t>
          </a:r>
          <a:r>
            <a:rPr lang="fr-BE" sz="1300" kern="1200" dirty="0" err="1"/>
            <a:t>Motivație</a:t>
          </a:r>
          <a:r>
            <a:rPr lang="fr-BE" sz="1300" kern="1200" dirty="0"/>
            <a:t>: </a:t>
          </a:r>
          <a:r>
            <a:rPr lang="fr-BE" sz="1300" kern="1200" dirty="0" err="1"/>
            <a:t>Oferirea</a:t>
          </a:r>
          <a:r>
            <a:rPr lang="fr-BE" sz="1300" kern="1200" dirty="0"/>
            <a:t> </a:t>
          </a:r>
          <a:r>
            <a:rPr lang="fr-BE" sz="1300" kern="1200" dirty="0" err="1"/>
            <a:t>unui</a:t>
          </a:r>
          <a:r>
            <a:rPr lang="fr-BE" sz="1300" kern="1200" dirty="0"/>
            <a:t> instrument de </a:t>
          </a:r>
          <a:r>
            <a:rPr lang="fr-BE" sz="1300" kern="1200" dirty="0" err="1"/>
            <a:t>suport</a:t>
          </a:r>
          <a:r>
            <a:rPr lang="fr-BE" sz="1300" kern="1200" dirty="0"/>
            <a:t> </a:t>
          </a:r>
          <a:r>
            <a:rPr lang="fr-BE" sz="1300" kern="1200" dirty="0" err="1"/>
            <a:t>pentru</a:t>
          </a:r>
          <a:r>
            <a:rPr lang="fr-BE" sz="1300" kern="1200" dirty="0"/>
            <a:t> </a:t>
          </a:r>
          <a:r>
            <a:rPr lang="fr-BE" sz="1300" kern="1200" dirty="0" err="1"/>
            <a:t>luarea</a:t>
          </a:r>
          <a:r>
            <a:rPr lang="fr-BE" sz="1300" kern="1200" dirty="0"/>
            <a:t> </a:t>
          </a:r>
          <a:r>
            <a:rPr lang="fr-BE" sz="1300" kern="1200" dirty="0" err="1"/>
            <a:t>deciziilor</a:t>
          </a:r>
          <a:r>
            <a:rPr lang="fr-BE" sz="1300" kern="1200" dirty="0"/>
            <a:t> </a:t>
          </a:r>
          <a:r>
            <a:rPr lang="fr-BE" sz="1300" kern="1200" dirty="0" err="1"/>
            <a:t>în</a:t>
          </a:r>
          <a:r>
            <a:rPr lang="fr-BE" sz="1300" kern="1200" dirty="0"/>
            <a:t> </a:t>
          </a:r>
          <a:r>
            <a:rPr lang="fr-BE" sz="1300" kern="1200" dirty="0" err="1"/>
            <a:t>procesul</a:t>
          </a:r>
          <a:r>
            <a:rPr lang="fr-BE" sz="1300" kern="1200" dirty="0"/>
            <a:t> de </a:t>
          </a:r>
          <a:r>
            <a:rPr lang="fr-BE" sz="1300" kern="1200" dirty="0" err="1"/>
            <a:t>achiziție</a:t>
          </a:r>
          <a:r>
            <a:rPr lang="fr-BE" sz="1300" kern="1200" dirty="0"/>
            <a:t> </a:t>
          </a:r>
          <a:r>
            <a:rPr lang="fr-BE" sz="1300" kern="1200" dirty="0" err="1"/>
            <a:t>și</a:t>
          </a:r>
          <a:r>
            <a:rPr lang="fr-BE" sz="1300" kern="1200" dirty="0"/>
            <a:t> </a:t>
          </a:r>
          <a:r>
            <a:rPr lang="fr-BE" sz="1300" kern="1200" dirty="0" err="1"/>
            <a:t>stabilire</a:t>
          </a:r>
          <a:r>
            <a:rPr lang="fr-BE" sz="1300" kern="1200" dirty="0"/>
            <a:t> a </a:t>
          </a:r>
          <a:r>
            <a:rPr lang="fr-BE" sz="1300" kern="1200" dirty="0" err="1"/>
            <a:t>prețurilor</a:t>
          </a:r>
          <a:r>
            <a:rPr lang="fr-BE" sz="1300" kern="1200" dirty="0"/>
            <a:t>.</a:t>
          </a:r>
        </a:p>
      </dsp:txBody>
      <dsp:txXfrm>
        <a:off x="2218257" y="420570"/>
        <a:ext cx="1738740" cy="2608497"/>
      </dsp:txXfrm>
    </dsp:sp>
    <dsp:sp modelId="{B64D0797-D441-480B-B1FA-9E8B29640E66}">
      <dsp:nvSpPr>
        <dsp:cNvPr id="0" name=""/>
        <dsp:cNvSpPr/>
      </dsp:nvSpPr>
      <dsp:spPr>
        <a:xfrm>
          <a:off x="4134088" y="326508"/>
          <a:ext cx="2114974" cy="27966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🌐 </a:t>
          </a:r>
          <a:r>
            <a:rPr lang="fr-BE" sz="1800" kern="1200" dirty="0" err="1"/>
            <a:t>Domeniu</a:t>
          </a:r>
          <a:r>
            <a:rPr lang="fr-BE" sz="1800" kern="1200" dirty="0"/>
            <a:t>: </a:t>
          </a:r>
          <a:r>
            <a:rPr lang="fr-BE" sz="1800" kern="1200" dirty="0" err="1"/>
            <a:t>Analiză</a:t>
          </a:r>
          <a:r>
            <a:rPr lang="fr-BE" sz="1800" kern="1200" dirty="0"/>
            <a:t> de </a:t>
          </a:r>
          <a:r>
            <a:rPr lang="fr-BE" sz="1800" kern="1200" dirty="0" err="1"/>
            <a:t>piață</a:t>
          </a:r>
          <a:r>
            <a:rPr lang="fr-BE" sz="1800" kern="1200" dirty="0"/>
            <a:t> </a:t>
          </a:r>
          <a:r>
            <a:rPr lang="fr-BE" sz="1800" kern="1200" dirty="0" err="1"/>
            <a:t>și</a:t>
          </a:r>
          <a:r>
            <a:rPr lang="fr-BE" sz="1800" kern="1200" dirty="0"/>
            <a:t> </a:t>
          </a:r>
          <a:r>
            <a:rPr lang="fr-BE" sz="1800" kern="1200" dirty="0" err="1"/>
            <a:t>știința</a:t>
          </a:r>
          <a:r>
            <a:rPr lang="fr-BE" sz="1800" kern="1200" dirty="0"/>
            <a:t> </a:t>
          </a:r>
          <a:r>
            <a:rPr lang="fr-BE" sz="1800" kern="1200" dirty="0" err="1"/>
            <a:t>datelor</a:t>
          </a:r>
          <a:r>
            <a:rPr lang="fr-BE" sz="1800" kern="1200" dirty="0"/>
            <a:t> </a:t>
          </a:r>
          <a:r>
            <a:rPr lang="fr-BE" sz="1800" kern="1200" dirty="0" err="1"/>
            <a:t>aplicată</a:t>
          </a:r>
          <a:r>
            <a:rPr lang="fr-BE" sz="1800" kern="1200" dirty="0"/>
            <a:t> </a:t>
          </a:r>
          <a:r>
            <a:rPr lang="fr-BE" sz="1800" kern="1200" dirty="0" err="1"/>
            <a:t>comerțului</a:t>
          </a:r>
          <a:r>
            <a:rPr lang="fr-BE" sz="1800" kern="1200" dirty="0"/>
            <a:t> </a:t>
          </a:r>
          <a:r>
            <a:rPr lang="fr-BE" sz="1800" kern="1200" dirty="0" err="1"/>
            <a:t>electronic</a:t>
          </a:r>
          <a:r>
            <a:rPr lang="fr-BE" sz="1800" kern="1200" dirty="0"/>
            <a:t>.</a:t>
          </a:r>
        </a:p>
      </dsp:txBody>
      <dsp:txXfrm>
        <a:off x="4237333" y="429753"/>
        <a:ext cx="1908484" cy="25901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4743C-579F-40D3-BEC5-71D9EC0C47DE}">
      <dsp:nvSpPr>
        <dsp:cNvPr id="0" name=""/>
        <dsp:cNvSpPr/>
      </dsp:nvSpPr>
      <dsp:spPr>
        <a:xfrm>
          <a:off x="0" y="0"/>
          <a:ext cx="5932593" cy="7381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/>
            <a:t>📦 Sursă: Site-ul eMAG (https://www.emag.ro)</a:t>
          </a:r>
        </a:p>
      </dsp:txBody>
      <dsp:txXfrm>
        <a:off x="21619" y="21619"/>
        <a:ext cx="5049745" cy="694880"/>
      </dsp:txXfrm>
    </dsp:sp>
    <dsp:sp modelId="{EF98C8E5-C37B-4CEE-84CC-F2962FF1E5EB}">
      <dsp:nvSpPr>
        <dsp:cNvPr id="0" name=""/>
        <dsp:cNvSpPr/>
      </dsp:nvSpPr>
      <dsp:spPr>
        <a:xfrm>
          <a:off x="443018" y="840635"/>
          <a:ext cx="5932593" cy="7381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/>
            <a:t>⚙️ Instrumente utilizate: Python, Requests, BeautifulSoup, Pandas</a:t>
          </a:r>
        </a:p>
      </dsp:txBody>
      <dsp:txXfrm>
        <a:off x="464637" y="862254"/>
        <a:ext cx="4966560" cy="694880"/>
      </dsp:txXfrm>
    </dsp:sp>
    <dsp:sp modelId="{C4539A67-512F-4B29-BF0D-378EAC878F49}">
      <dsp:nvSpPr>
        <dsp:cNvPr id="0" name=""/>
        <dsp:cNvSpPr/>
      </dsp:nvSpPr>
      <dsp:spPr>
        <a:xfrm>
          <a:off x="886036" y="1681270"/>
          <a:ext cx="5932593" cy="7381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/>
            <a:t>📑 Etape principale:</a:t>
          </a:r>
        </a:p>
      </dsp:txBody>
      <dsp:txXfrm>
        <a:off x="907655" y="1702889"/>
        <a:ext cx="4966560" cy="694880"/>
      </dsp:txXfrm>
    </dsp:sp>
    <dsp:sp modelId="{84037E9B-7E42-436F-9630-16577465CA12}">
      <dsp:nvSpPr>
        <dsp:cNvPr id="0" name=""/>
        <dsp:cNvSpPr/>
      </dsp:nvSpPr>
      <dsp:spPr>
        <a:xfrm>
          <a:off x="1329055" y="2521905"/>
          <a:ext cx="5932593" cy="7381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/>
            <a:t>- Definirea URL-urilor de căutare (ex: 'telefoane')</a:t>
          </a:r>
        </a:p>
      </dsp:txBody>
      <dsp:txXfrm>
        <a:off x="1350674" y="2543524"/>
        <a:ext cx="4966560" cy="694880"/>
      </dsp:txXfrm>
    </dsp:sp>
    <dsp:sp modelId="{FFD5E7C6-BC74-4772-8EB0-DB66645D5CAE}">
      <dsp:nvSpPr>
        <dsp:cNvPr id="0" name=""/>
        <dsp:cNvSpPr/>
      </dsp:nvSpPr>
      <dsp:spPr>
        <a:xfrm>
          <a:off x="1772073" y="3362540"/>
          <a:ext cx="5932593" cy="7381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satMod val="110000"/>
                <a:lumMod val="104000"/>
              </a:schemeClr>
            </a:gs>
            <a:gs pos="69000">
              <a:schemeClr val="accent1">
                <a:hueOff val="0"/>
                <a:satOff val="0"/>
                <a:lumOff val="0"/>
                <a:alphaOff val="0"/>
                <a:shade val="88000"/>
                <a:satMod val="130000"/>
                <a:lumMod val="92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78000"/>
                <a:satMod val="130000"/>
                <a:lumMod val="92000"/>
              </a:schemeClr>
            </a:gs>
          </a:gsLst>
          <a:lin ang="5400000" scaled="0"/>
        </a:gradFill>
        <a:ln>
          <a:noFill/>
        </a:ln>
        <a:effectLst>
          <a:outerShdw blurRad="50800" dist="50800" dir="5400000" sx="96000" sy="96000" rotWithShape="0">
            <a:srgbClr val="000000">
              <a:alpha val="48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1080000"/>
          </a:lightRig>
        </a:scene3d>
        <a:sp3d>
          <a:bevelT w="38100" h="12700" prst="softRound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900" kern="1200"/>
            <a:t>- Extracția titlului, prețului, memoriei RAM, spațiului de stocare și mărcii</a:t>
          </a:r>
        </a:p>
      </dsp:txBody>
      <dsp:txXfrm>
        <a:off x="1793692" y="3384159"/>
        <a:ext cx="4966560" cy="694880"/>
      </dsp:txXfrm>
    </dsp:sp>
    <dsp:sp modelId="{7DF92F79-4139-4BD4-A927-12EC92838E24}">
      <dsp:nvSpPr>
        <dsp:cNvPr id="0" name=""/>
        <dsp:cNvSpPr/>
      </dsp:nvSpPr>
      <dsp:spPr>
        <a:xfrm>
          <a:off x="5452816" y="539236"/>
          <a:ext cx="479777" cy="4797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200" kern="1200"/>
        </a:p>
      </dsp:txBody>
      <dsp:txXfrm>
        <a:off x="5560766" y="539236"/>
        <a:ext cx="263877" cy="361032"/>
      </dsp:txXfrm>
    </dsp:sp>
    <dsp:sp modelId="{734E6DD5-0B79-402B-A183-D41045D4E426}">
      <dsp:nvSpPr>
        <dsp:cNvPr id="0" name=""/>
        <dsp:cNvSpPr/>
      </dsp:nvSpPr>
      <dsp:spPr>
        <a:xfrm>
          <a:off x="5895834" y="1379871"/>
          <a:ext cx="479777" cy="4797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200" kern="1200"/>
        </a:p>
      </dsp:txBody>
      <dsp:txXfrm>
        <a:off x="6003784" y="1379871"/>
        <a:ext cx="263877" cy="361032"/>
      </dsp:txXfrm>
    </dsp:sp>
    <dsp:sp modelId="{24B0D88A-6E41-407B-A97D-5A5E125033B4}">
      <dsp:nvSpPr>
        <dsp:cNvPr id="0" name=""/>
        <dsp:cNvSpPr/>
      </dsp:nvSpPr>
      <dsp:spPr>
        <a:xfrm>
          <a:off x="6338853" y="2208204"/>
          <a:ext cx="479777" cy="4797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200" kern="1200"/>
        </a:p>
      </dsp:txBody>
      <dsp:txXfrm>
        <a:off x="6446803" y="2208204"/>
        <a:ext cx="263877" cy="361032"/>
      </dsp:txXfrm>
    </dsp:sp>
    <dsp:sp modelId="{6B6D2C8D-1D69-4272-A9E9-0FE6039A70CA}">
      <dsp:nvSpPr>
        <dsp:cNvPr id="0" name=""/>
        <dsp:cNvSpPr/>
      </dsp:nvSpPr>
      <dsp:spPr>
        <a:xfrm>
          <a:off x="6781871" y="3057041"/>
          <a:ext cx="479777" cy="47977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2200" kern="1200"/>
        </a:p>
      </dsp:txBody>
      <dsp:txXfrm>
        <a:off x="6889821" y="3057041"/>
        <a:ext cx="263877" cy="3610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73F616-2EB6-459D-BD03-98FA7D769E43}">
      <dsp:nvSpPr>
        <dsp:cNvPr id="0" name=""/>
        <dsp:cNvSpPr/>
      </dsp:nvSpPr>
      <dsp:spPr>
        <a:xfrm>
          <a:off x="-4602864" y="-705849"/>
          <a:ext cx="5484078" cy="5484078"/>
        </a:xfrm>
        <a:prstGeom prst="blockArc">
          <a:avLst>
            <a:gd name="adj1" fmla="val 18900000"/>
            <a:gd name="adj2" fmla="val 2700000"/>
            <a:gd name="adj3" fmla="val 394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BB36AD-F1EF-4A1B-9EA8-6AB25FE4929C}">
      <dsp:nvSpPr>
        <dsp:cNvPr id="0" name=""/>
        <dsp:cNvSpPr/>
      </dsp:nvSpPr>
      <dsp:spPr>
        <a:xfrm>
          <a:off x="285677" y="185130"/>
          <a:ext cx="7699275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📊 </a:t>
          </a:r>
          <a:r>
            <a:rPr lang="fr-BE" sz="1800" kern="1200" dirty="0" err="1"/>
            <a:t>Dimensiunea</a:t>
          </a:r>
          <a:r>
            <a:rPr lang="fr-BE" sz="1800" kern="1200" dirty="0"/>
            <a:t> </a:t>
          </a:r>
          <a:r>
            <a:rPr lang="fr-BE" sz="1800" kern="1200" dirty="0" err="1"/>
            <a:t>eșantionului</a:t>
          </a:r>
          <a:r>
            <a:rPr lang="fr-BE" sz="1800" kern="1200" dirty="0"/>
            <a:t>: </a:t>
          </a:r>
          <a:r>
            <a:rPr lang="fr-BE" sz="1800" kern="1200" dirty="0" err="1"/>
            <a:t>aproximativ</a:t>
          </a:r>
          <a:r>
            <a:rPr lang="fr-BE" sz="1800" kern="1200" dirty="0"/>
            <a:t> 500–10</a:t>
          </a:r>
          <a:r>
            <a:rPr lang="ro-RO" sz="1800" kern="1200"/>
            <a:t>2</a:t>
          </a:r>
          <a:r>
            <a:rPr lang="fr-BE" sz="1800" kern="1200"/>
            <a:t>0 </a:t>
          </a:r>
          <a:r>
            <a:rPr lang="fr-BE" sz="1800" kern="1200" dirty="0" err="1"/>
            <a:t>observații</a:t>
          </a:r>
          <a:endParaRPr lang="fr-BE" sz="1800" kern="1200" dirty="0"/>
        </a:p>
      </dsp:txBody>
      <dsp:txXfrm>
        <a:off x="285677" y="185130"/>
        <a:ext cx="7699275" cy="370097"/>
      </dsp:txXfrm>
    </dsp:sp>
    <dsp:sp modelId="{42D9FA25-4FA9-411B-A1A7-1C32F269B5BB}">
      <dsp:nvSpPr>
        <dsp:cNvPr id="0" name=""/>
        <dsp:cNvSpPr/>
      </dsp:nvSpPr>
      <dsp:spPr>
        <a:xfrm>
          <a:off x="54366" y="138868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8867A-2D49-4BC0-A662-A45AD7B56770}">
      <dsp:nvSpPr>
        <dsp:cNvPr id="0" name=""/>
        <dsp:cNvSpPr/>
      </dsp:nvSpPr>
      <dsp:spPr>
        <a:xfrm>
          <a:off x="620834" y="740603"/>
          <a:ext cx="7364118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/>
            <a:t>📁 Variabile principale:</a:t>
          </a:r>
        </a:p>
      </dsp:txBody>
      <dsp:txXfrm>
        <a:off x="620834" y="740603"/>
        <a:ext cx="7364118" cy="370097"/>
      </dsp:txXfrm>
    </dsp:sp>
    <dsp:sp modelId="{0F57EC7A-547D-47EB-B9CF-52269B40DA4F}">
      <dsp:nvSpPr>
        <dsp:cNvPr id="0" name=""/>
        <dsp:cNvSpPr/>
      </dsp:nvSpPr>
      <dsp:spPr>
        <a:xfrm>
          <a:off x="389523" y="694340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E2D0FA-7042-4DD8-8A90-C4DC309FFAB9}">
      <dsp:nvSpPr>
        <dsp:cNvPr id="0" name=""/>
        <dsp:cNvSpPr/>
      </dsp:nvSpPr>
      <dsp:spPr>
        <a:xfrm>
          <a:off x="804498" y="1295668"/>
          <a:ext cx="7180454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/>
            <a:t>- price: prețul telefonului</a:t>
          </a:r>
        </a:p>
      </dsp:txBody>
      <dsp:txXfrm>
        <a:off x="804498" y="1295668"/>
        <a:ext cx="7180454" cy="370097"/>
      </dsp:txXfrm>
    </dsp:sp>
    <dsp:sp modelId="{5B49AB4A-200F-4AA0-981D-FDF5E0972C9C}">
      <dsp:nvSpPr>
        <dsp:cNvPr id="0" name=""/>
        <dsp:cNvSpPr/>
      </dsp:nvSpPr>
      <dsp:spPr>
        <a:xfrm>
          <a:off x="573187" y="1249406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3D074-9A23-45D8-A0BF-8B8332C2D8D3}">
      <dsp:nvSpPr>
        <dsp:cNvPr id="0" name=""/>
        <dsp:cNvSpPr/>
      </dsp:nvSpPr>
      <dsp:spPr>
        <a:xfrm>
          <a:off x="863140" y="1851141"/>
          <a:ext cx="7121811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- </a:t>
          </a:r>
          <a:r>
            <a:rPr lang="fr-BE" sz="1800" kern="1200" dirty="0" err="1"/>
            <a:t>storage</a:t>
          </a:r>
          <a:r>
            <a:rPr lang="fr-BE" sz="1800" kern="1200" dirty="0"/>
            <a:t>: </a:t>
          </a:r>
          <a:r>
            <a:rPr lang="fr-BE" sz="1800" kern="1200" dirty="0" err="1"/>
            <a:t>capacitatea</a:t>
          </a:r>
          <a:r>
            <a:rPr lang="fr-BE" sz="1800" kern="1200" dirty="0"/>
            <a:t> de </a:t>
          </a:r>
          <a:r>
            <a:rPr lang="fr-BE" sz="1800" kern="1200" dirty="0" err="1"/>
            <a:t>stocare</a:t>
          </a:r>
          <a:r>
            <a:rPr lang="fr-BE" sz="1800" kern="1200" dirty="0"/>
            <a:t> (GB)</a:t>
          </a:r>
        </a:p>
      </dsp:txBody>
      <dsp:txXfrm>
        <a:off x="863140" y="1851141"/>
        <a:ext cx="7121811" cy="370097"/>
      </dsp:txXfrm>
    </dsp:sp>
    <dsp:sp modelId="{9ABF7EDD-82BC-4A47-898C-34258D3C8605}">
      <dsp:nvSpPr>
        <dsp:cNvPr id="0" name=""/>
        <dsp:cNvSpPr/>
      </dsp:nvSpPr>
      <dsp:spPr>
        <a:xfrm>
          <a:off x="631829" y="1804878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AB620C-FE6E-4E54-9E76-1BEB6D7BFA4A}">
      <dsp:nvSpPr>
        <dsp:cNvPr id="0" name=""/>
        <dsp:cNvSpPr/>
      </dsp:nvSpPr>
      <dsp:spPr>
        <a:xfrm>
          <a:off x="804498" y="2406613"/>
          <a:ext cx="7180454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/>
            <a:t>- ram: memoria RAM (GB)</a:t>
          </a:r>
        </a:p>
      </dsp:txBody>
      <dsp:txXfrm>
        <a:off x="804498" y="2406613"/>
        <a:ext cx="7180454" cy="370097"/>
      </dsp:txXfrm>
    </dsp:sp>
    <dsp:sp modelId="{D72D0ABA-EF2C-4CC4-97BF-909BB4891B7C}">
      <dsp:nvSpPr>
        <dsp:cNvPr id="0" name=""/>
        <dsp:cNvSpPr/>
      </dsp:nvSpPr>
      <dsp:spPr>
        <a:xfrm>
          <a:off x="573187" y="2360351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485EA4-1101-4AFA-B612-3FE2C2F56732}">
      <dsp:nvSpPr>
        <dsp:cNvPr id="0" name=""/>
        <dsp:cNvSpPr/>
      </dsp:nvSpPr>
      <dsp:spPr>
        <a:xfrm>
          <a:off x="620834" y="2961679"/>
          <a:ext cx="7364118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/>
            <a:t>- brand: marca telefonului (Samsung, Xiaomi, etc.)</a:t>
          </a:r>
        </a:p>
      </dsp:txBody>
      <dsp:txXfrm>
        <a:off x="620834" y="2961679"/>
        <a:ext cx="7364118" cy="370097"/>
      </dsp:txXfrm>
    </dsp:sp>
    <dsp:sp modelId="{62E9E2D9-EF25-48A0-AD28-9ABD82646286}">
      <dsp:nvSpPr>
        <dsp:cNvPr id="0" name=""/>
        <dsp:cNvSpPr/>
      </dsp:nvSpPr>
      <dsp:spPr>
        <a:xfrm>
          <a:off x="389523" y="2915416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4C0EE7-87CA-4665-8067-FE24F8A1947A}">
      <dsp:nvSpPr>
        <dsp:cNvPr id="0" name=""/>
        <dsp:cNvSpPr/>
      </dsp:nvSpPr>
      <dsp:spPr>
        <a:xfrm>
          <a:off x="285677" y="3517151"/>
          <a:ext cx="7699275" cy="3700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3765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/>
            <a:t>📈 Setul de date a fost curățat și pregătit pentru analiza statistică.</a:t>
          </a:r>
        </a:p>
      </dsp:txBody>
      <dsp:txXfrm>
        <a:off x="285677" y="3517151"/>
        <a:ext cx="7699275" cy="370097"/>
      </dsp:txXfrm>
    </dsp:sp>
    <dsp:sp modelId="{3876916A-AC34-4C9E-A20C-243F1BEB3093}">
      <dsp:nvSpPr>
        <dsp:cNvPr id="0" name=""/>
        <dsp:cNvSpPr/>
      </dsp:nvSpPr>
      <dsp:spPr>
        <a:xfrm>
          <a:off x="54366" y="3470889"/>
          <a:ext cx="462622" cy="46262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DF462-9715-47AD-A96C-BA8325942F68}">
      <dsp:nvSpPr>
        <dsp:cNvPr id="0" name=""/>
        <dsp:cNvSpPr/>
      </dsp:nvSpPr>
      <dsp:spPr>
        <a:xfrm>
          <a:off x="0" y="33185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82300-6970-415F-8A50-526EA82CAE76}">
      <dsp:nvSpPr>
        <dsp:cNvPr id="0" name=""/>
        <dsp:cNvSpPr/>
      </dsp:nvSpPr>
      <dsp:spPr>
        <a:xfrm>
          <a:off x="385233" y="9569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🔍 </a:t>
          </a:r>
          <a:r>
            <a:rPr lang="fr-BE" sz="1600" kern="1200" dirty="0" err="1"/>
            <a:t>Analiza</a:t>
          </a:r>
          <a:r>
            <a:rPr lang="fr-BE" sz="1600" kern="1200" dirty="0"/>
            <a:t> </a:t>
          </a:r>
          <a:r>
            <a:rPr lang="fr-BE" sz="1600" kern="1200" dirty="0" err="1"/>
            <a:t>relațiilor</a:t>
          </a:r>
          <a:r>
            <a:rPr lang="fr-BE" sz="1600" kern="1200" dirty="0"/>
            <a:t> </a:t>
          </a:r>
          <a:r>
            <a:rPr lang="fr-BE" sz="1600" kern="1200" dirty="0" err="1"/>
            <a:t>dintre</a:t>
          </a:r>
          <a:r>
            <a:rPr lang="fr-BE" sz="1600" kern="1200" dirty="0"/>
            <a:t> </a:t>
          </a:r>
          <a:r>
            <a:rPr lang="fr-BE" sz="1600" kern="1200" dirty="0" err="1"/>
            <a:t>variabile</a:t>
          </a:r>
          <a:r>
            <a:rPr lang="fr-BE" sz="1600" kern="1200" dirty="0"/>
            <a:t>:</a:t>
          </a:r>
        </a:p>
      </dsp:txBody>
      <dsp:txXfrm>
        <a:off x="408290" y="118756"/>
        <a:ext cx="5347152" cy="426206"/>
      </dsp:txXfrm>
    </dsp:sp>
    <dsp:sp modelId="{4202FF72-E76E-4127-A70C-B75D73E96BB7}">
      <dsp:nvSpPr>
        <dsp:cNvPr id="0" name=""/>
        <dsp:cNvSpPr/>
      </dsp:nvSpPr>
      <dsp:spPr>
        <a:xfrm>
          <a:off x="0" y="105761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02C48-593E-48EF-922B-4D321ADE34BC}">
      <dsp:nvSpPr>
        <dsp:cNvPr id="0" name=""/>
        <dsp:cNvSpPr/>
      </dsp:nvSpPr>
      <dsp:spPr>
        <a:xfrm>
          <a:off x="385233" y="82145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/>
            <a:t>- Corelația dintre RAM și preț</a:t>
          </a:r>
        </a:p>
      </dsp:txBody>
      <dsp:txXfrm>
        <a:off x="408290" y="844516"/>
        <a:ext cx="5347152" cy="426206"/>
      </dsp:txXfrm>
    </dsp:sp>
    <dsp:sp modelId="{E70EA0A5-4654-4C37-94F7-AFEC7117A5D0}">
      <dsp:nvSpPr>
        <dsp:cNvPr id="0" name=""/>
        <dsp:cNvSpPr/>
      </dsp:nvSpPr>
      <dsp:spPr>
        <a:xfrm>
          <a:off x="0" y="178337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5C7716-2708-4999-A982-4DE9FF5FF8F3}">
      <dsp:nvSpPr>
        <dsp:cNvPr id="0" name=""/>
        <dsp:cNvSpPr/>
      </dsp:nvSpPr>
      <dsp:spPr>
        <a:xfrm>
          <a:off x="385233" y="154721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- </a:t>
          </a:r>
          <a:r>
            <a:rPr lang="fr-BE" sz="1600" kern="1200" dirty="0" err="1"/>
            <a:t>Influența</a:t>
          </a:r>
          <a:r>
            <a:rPr lang="fr-BE" sz="1600" kern="1200" dirty="0"/>
            <a:t> </a:t>
          </a:r>
          <a:r>
            <a:rPr lang="fr-BE" sz="1600" kern="1200" dirty="0" err="1"/>
            <a:t>mărcii</a:t>
          </a:r>
          <a:r>
            <a:rPr lang="fr-BE" sz="1600" kern="1200" dirty="0"/>
            <a:t> </a:t>
          </a:r>
          <a:r>
            <a:rPr lang="fr-BE" sz="1600" kern="1200" dirty="0" err="1"/>
            <a:t>asupra</a:t>
          </a:r>
          <a:r>
            <a:rPr lang="fr-BE" sz="1600" kern="1200" dirty="0"/>
            <a:t> </a:t>
          </a:r>
          <a:r>
            <a:rPr lang="fr-BE" sz="1600" kern="1200" dirty="0" err="1"/>
            <a:t>prețului</a:t>
          </a:r>
          <a:r>
            <a:rPr lang="fr-BE" sz="1600" kern="1200" dirty="0"/>
            <a:t> </a:t>
          </a:r>
          <a:r>
            <a:rPr lang="fr-BE" sz="1600" kern="1200" dirty="0" err="1"/>
            <a:t>mediu</a:t>
          </a:r>
          <a:endParaRPr lang="fr-BE" sz="1600" kern="1200" dirty="0"/>
        </a:p>
      </dsp:txBody>
      <dsp:txXfrm>
        <a:off x="408290" y="1570276"/>
        <a:ext cx="5347152" cy="426206"/>
      </dsp:txXfrm>
    </dsp:sp>
    <dsp:sp modelId="{5F337E20-DF11-4E9A-B638-10189AE94A23}">
      <dsp:nvSpPr>
        <dsp:cNvPr id="0" name=""/>
        <dsp:cNvSpPr/>
      </dsp:nvSpPr>
      <dsp:spPr>
        <a:xfrm>
          <a:off x="0" y="250913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BA3B22-2B6F-4200-8994-8BCE1214A8B0}">
      <dsp:nvSpPr>
        <dsp:cNvPr id="0" name=""/>
        <dsp:cNvSpPr/>
      </dsp:nvSpPr>
      <dsp:spPr>
        <a:xfrm>
          <a:off x="385233" y="227297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- </a:t>
          </a:r>
          <a:r>
            <a:rPr lang="fr-BE" sz="1600" kern="1200" dirty="0" err="1"/>
            <a:t>Distribuția</a:t>
          </a:r>
          <a:r>
            <a:rPr lang="fr-BE" sz="1600" kern="1200" dirty="0"/>
            <a:t> </a:t>
          </a:r>
          <a:r>
            <a:rPr lang="fr-BE" sz="1600" kern="1200" dirty="0" err="1"/>
            <a:t>prețurilor</a:t>
          </a:r>
          <a:r>
            <a:rPr lang="fr-BE" sz="1600" kern="1200" dirty="0"/>
            <a:t> </a:t>
          </a:r>
          <a:r>
            <a:rPr lang="fr-BE" sz="1600" kern="1200" dirty="0" err="1"/>
            <a:t>în</a:t>
          </a:r>
          <a:r>
            <a:rPr lang="fr-BE" sz="1600" kern="1200" dirty="0"/>
            <a:t> </a:t>
          </a:r>
          <a:r>
            <a:rPr lang="fr-BE" sz="1600" kern="1200" dirty="0" err="1"/>
            <a:t>funcție</a:t>
          </a:r>
          <a:r>
            <a:rPr lang="fr-BE" sz="1600" kern="1200" dirty="0"/>
            <a:t> de </a:t>
          </a:r>
          <a:r>
            <a:rPr lang="fr-BE" sz="1600" kern="1200" dirty="0" err="1"/>
            <a:t>gama</a:t>
          </a:r>
          <a:r>
            <a:rPr lang="fr-BE" sz="1600" kern="1200" dirty="0"/>
            <a:t> </a:t>
          </a:r>
          <a:r>
            <a:rPr lang="fr-BE" sz="1600" kern="1200" dirty="0" err="1"/>
            <a:t>produsului</a:t>
          </a:r>
          <a:endParaRPr lang="fr-BE" sz="1600" kern="1200" dirty="0"/>
        </a:p>
      </dsp:txBody>
      <dsp:txXfrm>
        <a:off x="408290" y="2296036"/>
        <a:ext cx="5347152" cy="426206"/>
      </dsp:txXfrm>
    </dsp:sp>
    <dsp:sp modelId="{EFED98B8-8139-4E2E-9A49-F88B9947987B}">
      <dsp:nvSpPr>
        <dsp:cNvPr id="0" name=""/>
        <dsp:cNvSpPr/>
      </dsp:nvSpPr>
      <dsp:spPr>
        <a:xfrm>
          <a:off x="0" y="3234899"/>
          <a:ext cx="7704667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FA63B4-229C-4F17-B657-2C6AFD0DF1D3}">
      <dsp:nvSpPr>
        <dsp:cNvPr id="0" name=""/>
        <dsp:cNvSpPr/>
      </dsp:nvSpPr>
      <dsp:spPr>
        <a:xfrm>
          <a:off x="385233" y="2987139"/>
          <a:ext cx="5393266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853" tIns="0" rIns="203853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300" kern="1200" dirty="0"/>
            <a:t>📉 </a:t>
          </a:r>
          <a:r>
            <a:rPr lang="fr-BE" sz="1600" kern="1200" dirty="0" err="1"/>
            <a:t>Vizualizări</a:t>
          </a:r>
          <a:r>
            <a:rPr lang="fr-BE" sz="1600" kern="1200" dirty="0"/>
            <a:t> </a:t>
          </a:r>
          <a:r>
            <a:rPr lang="fr-BE" sz="1600" kern="1200" dirty="0" err="1"/>
            <a:t>utilizate</a:t>
          </a:r>
          <a:r>
            <a:rPr lang="fr-BE" sz="1600" kern="1200" dirty="0"/>
            <a:t>: </a:t>
          </a:r>
          <a:r>
            <a:rPr lang="fr-BE" sz="1600" kern="1200" dirty="0" err="1"/>
            <a:t>histograme</a:t>
          </a:r>
          <a:r>
            <a:rPr lang="fr-BE" sz="1600" kern="1200" dirty="0"/>
            <a:t>, </a:t>
          </a:r>
          <a:r>
            <a:rPr lang="fr-BE" sz="1600" kern="1200" dirty="0" err="1"/>
            <a:t>boxplot-uri</a:t>
          </a:r>
          <a:r>
            <a:rPr lang="fr-BE" sz="1600" kern="1200" dirty="0"/>
            <a:t>, </a:t>
          </a:r>
          <a:r>
            <a:rPr lang="fr-BE" sz="1600" kern="1200" dirty="0" err="1"/>
            <a:t>diagrame</a:t>
          </a:r>
          <a:r>
            <a:rPr lang="fr-BE" sz="1600" kern="1200" dirty="0"/>
            <a:t> de </a:t>
          </a:r>
          <a:r>
            <a:rPr lang="fr-BE" sz="1600" kern="1200" dirty="0" err="1"/>
            <a:t>dispersie</a:t>
          </a:r>
          <a:r>
            <a:rPr lang="fr-BE" sz="1300" kern="1200" dirty="0"/>
            <a:t>.</a:t>
          </a:r>
        </a:p>
      </dsp:txBody>
      <dsp:txXfrm>
        <a:off x="408290" y="3010196"/>
        <a:ext cx="5347152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6A0249-A751-4321-BD18-5163126C7366}">
      <dsp:nvSpPr>
        <dsp:cNvPr id="0" name=""/>
        <dsp:cNvSpPr/>
      </dsp:nvSpPr>
      <dsp:spPr>
        <a:xfrm>
          <a:off x="0" y="0"/>
          <a:ext cx="4813712" cy="620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600" kern="1200" dirty="0"/>
            <a:t>🧠 </a:t>
          </a:r>
          <a:r>
            <a:rPr lang="fr-BE" sz="1800" kern="1200" dirty="0" err="1"/>
            <a:t>Modele</a:t>
          </a:r>
          <a:r>
            <a:rPr lang="fr-BE" sz="1800" kern="1200" dirty="0"/>
            <a:t> </a:t>
          </a:r>
          <a:r>
            <a:rPr lang="fr-BE" sz="1800" kern="1200" dirty="0" err="1"/>
            <a:t>testate</a:t>
          </a:r>
          <a:r>
            <a:rPr lang="fr-BE" sz="1600" kern="1200" dirty="0"/>
            <a:t>:</a:t>
          </a:r>
        </a:p>
      </dsp:txBody>
      <dsp:txXfrm>
        <a:off x="18187" y="18187"/>
        <a:ext cx="4071025" cy="584560"/>
      </dsp:txXfrm>
    </dsp:sp>
    <dsp:sp modelId="{AA06ED9B-80F5-458F-9167-9EA95B01522E}">
      <dsp:nvSpPr>
        <dsp:cNvPr id="0" name=""/>
        <dsp:cNvSpPr/>
      </dsp:nvSpPr>
      <dsp:spPr>
        <a:xfrm>
          <a:off x="359465" y="707175"/>
          <a:ext cx="4813712" cy="620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- </a:t>
          </a:r>
          <a:r>
            <a:rPr lang="fr-BE" sz="1800" kern="1200" dirty="0" err="1"/>
            <a:t>Regressie</a:t>
          </a:r>
          <a:r>
            <a:rPr lang="fr-BE" sz="1800" kern="1200" dirty="0"/>
            <a:t> </a:t>
          </a:r>
          <a:r>
            <a:rPr lang="fr-BE" sz="1800" kern="1200" dirty="0" err="1"/>
            <a:t>liniară</a:t>
          </a:r>
          <a:endParaRPr lang="fr-BE" sz="1800" kern="1200" dirty="0"/>
        </a:p>
      </dsp:txBody>
      <dsp:txXfrm>
        <a:off x="377652" y="725362"/>
        <a:ext cx="4014265" cy="584560"/>
      </dsp:txXfrm>
    </dsp:sp>
    <dsp:sp modelId="{31E2995F-7548-4700-BCB2-91B74AF707CB}">
      <dsp:nvSpPr>
        <dsp:cNvPr id="0" name=""/>
        <dsp:cNvSpPr/>
      </dsp:nvSpPr>
      <dsp:spPr>
        <a:xfrm>
          <a:off x="718931" y="1414351"/>
          <a:ext cx="4813712" cy="620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- </a:t>
          </a:r>
          <a:r>
            <a:rPr lang="fr-BE" sz="1800" kern="1200" dirty="0" err="1"/>
            <a:t>Random</a:t>
          </a:r>
          <a:r>
            <a:rPr lang="fr-BE" sz="1800" kern="1200" dirty="0"/>
            <a:t> Forest </a:t>
          </a:r>
          <a:r>
            <a:rPr lang="fr-BE" sz="1800" kern="1200" dirty="0" err="1"/>
            <a:t>Regressor</a:t>
          </a:r>
          <a:endParaRPr lang="fr-BE" sz="1800" kern="1200" dirty="0"/>
        </a:p>
      </dsp:txBody>
      <dsp:txXfrm>
        <a:off x="737118" y="1432538"/>
        <a:ext cx="4014265" cy="584560"/>
      </dsp:txXfrm>
    </dsp:sp>
    <dsp:sp modelId="{7EED643D-BEDF-4BBB-95AA-067EFA2BDF7F}">
      <dsp:nvSpPr>
        <dsp:cNvPr id="0" name=""/>
        <dsp:cNvSpPr/>
      </dsp:nvSpPr>
      <dsp:spPr>
        <a:xfrm>
          <a:off x="1078396" y="2121527"/>
          <a:ext cx="4813712" cy="620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500" kern="1200" dirty="0"/>
            <a:t>-</a:t>
          </a:r>
          <a:r>
            <a:rPr lang="fr-BE" sz="1800" kern="1200" dirty="0"/>
            <a:t> </a:t>
          </a:r>
          <a:r>
            <a:rPr lang="fr-BE" sz="1800" kern="1200" dirty="0" err="1"/>
            <a:t>XGBoost</a:t>
          </a:r>
          <a:endParaRPr lang="fr-BE" sz="1800" kern="1200" dirty="0"/>
        </a:p>
      </dsp:txBody>
      <dsp:txXfrm>
        <a:off x="1096583" y="2139714"/>
        <a:ext cx="4014265" cy="584560"/>
      </dsp:txXfrm>
    </dsp:sp>
    <dsp:sp modelId="{14D14515-B3A9-4D68-9C03-B0D077881235}">
      <dsp:nvSpPr>
        <dsp:cNvPr id="0" name=""/>
        <dsp:cNvSpPr/>
      </dsp:nvSpPr>
      <dsp:spPr>
        <a:xfrm>
          <a:off x="1437862" y="2828703"/>
          <a:ext cx="4813712" cy="6209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800" kern="1200" dirty="0"/>
            <a:t>🎯 </a:t>
          </a:r>
          <a:r>
            <a:rPr lang="fr-BE" sz="1800" kern="1200" dirty="0" err="1"/>
            <a:t>Obiectiv</a:t>
          </a:r>
          <a:r>
            <a:rPr lang="fr-BE" sz="1800" kern="1200" dirty="0"/>
            <a:t>: </a:t>
          </a:r>
          <a:r>
            <a:rPr lang="fr-BE" sz="1800" kern="1200" dirty="0" err="1"/>
            <a:t>minimizarea</a:t>
          </a:r>
          <a:r>
            <a:rPr lang="fr-BE" sz="1800" kern="1200" dirty="0"/>
            <a:t> </a:t>
          </a:r>
          <a:r>
            <a:rPr lang="fr-BE" sz="1800" kern="1200" dirty="0" err="1"/>
            <a:t>erorii</a:t>
          </a:r>
          <a:r>
            <a:rPr lang="fr-BE" sz="1800" kern="1200" dirty="0"/>
            <a:t> de </a:t>
          </a:r>
          <a:r>
            <a:rPr lang="fr-BE" sz="1800" kern="1200" dirty="0" err="1"/>
            <a:t>predicție</a:t>
          </a:r>
          <a:r>
            <a:rPr lang="fr-BE" sz="1800" kern="1200" dirty="0"/>
            <a:t> (RMSE) </a:t>
          </a:r>
          <a:r>
            <a:rPr lang="fr-BE" sz="1800" kern="1200" dirty="0" err="1"/>
            <a:t>și</a:t>
          </a:r>
          <a:r>
            <a:rPr lang="fr-BE" sz="1800" kern="1200" dirty="0"/>
            <a:t> </a:t>
          </a:r>
          <a:r>
            <a:rPr lang="fr-BE" sz="1800" kern="1200" dirty="0" err="1"/>
            <a:t>obținerea</a:t>
          </a:r>
          <a:r>
            <a:rPr lang="fr-BE" sz="1800" kern="1200" dirty="0"/>
            <a:t> </a:t>
          </a:r>
          <a:r>
            <a:rPr lang="fr-BE" sz="1800" kern="1200" dirty="0" err="1"/>
            <a:t>unui</a:t>
          </a:r>
          <a:r>
            <a:rPr lang="fr-BE" sz="1800" kern="1200" dirty="0"/>
            <a:t> model </a:t>
          </a:r>
          <a:r>
            <a:rPr lang="fr-BE" sz="1800" kern="1200" dirty="0" err="1"/>
            <a:t>robust</a:t>
          </a:r>
          <a:r>
            <a:rPr lang="fr-BE" sz="1800" kern="1200" dirty="0"/>
            <a:t>.</a:t>
          </a:r>
        </a:p>
      </dsp:txBody>
      <dsp:txXfrm>
        <a:off x="1456049" y="2846890"/>
        <a:ext cx="4014265" cy="584560"/>
      </dsp:txXfrm>
    </dsp:sp>
    <dsp:sp modelId="{E97AF814-AA6B-42A2-8C5A-9A0456F6A640}">
      <dsp:nvSpPr>
        <dsp:cNvPr id="0" name=""/>
        <dsp:cNvSpPr/>
      </dsp:nvSpPr>
      <dsp:spPr>
        <a:xfrm>
          <a:off x="4410105" y="453627"/>
          <a:ext cx="403607" cy="40360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1900" kern="1200"/>
        </a:p>
      </dsp:txBody>
      <dsp:txXfrm>
        <a:off x="4500917" y="453627"/>
        <a:ext cx="221983" cy="303714"/>
      </dsp:txXfrm>
    </dsp:sp>
    <dsp:sp modelId="{CE81D1A9-F48A-4804-8751-D698FA5E8E62}">
      <dsp:nvSpPr>
        <dsp:cNvPr id="0" name=""/>
        <dsp:cNvSpPr/>
      </dsp:nvSpPr>
      <dsp:spPr>
        <a:xfrm>
          <a:off x="4769570" y="1160803"/>
          <a:ext cx="403607" cy="40360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1900" kern="1200"/>
        </a:p>
      </dsp:txBody>
      <dsp:txXfrm>
        <a:off x="4860382" y="1160803"/>
        <a:ext cx="221983" cy="303714"/>
      </dsp:txXfrm>
    </dsp:sp>
    <dsp:sp modelId="{1C98921A-5A2B-441E-B071-B5B8C1789382}">
      <dsp:nvSpPr>
        <dsp:cNvPr id="0" name=""/>
        <dsp:cNvSpPr/>
      </dsp:nvSpPr>
      <dsp:spPr>
        <a:xfrm>
          <a:off x="5129036" y="1857630"/>
          <a:ext cx="403607" cy="40360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1900" kern="1200"/>
        </a:p>
      </dsp:txBody>
      <dsp:txXfrm>
        <a:off x="5219848" y="1857630"/>
        <a:ext cx="221983" cy="303714"/>
      </dsp:txXfrm>
    </dsp:sp>
    <dsp:sp modelId="{1297DA16-86AD-43CA-AA57-B4A427DE0A39}">
      <dsp:nvSpPr>
        <dsp:cNvPr id="0" name=""/>
        <dsp:cNvSpPr/>
      </dsp:nvSpPr>
      <dsp:spPr>
        <a:xfrm>
          <a:off x="5488501" y="2571705"/>
          <a:ext cx="403607" cy="40360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BE" sz="1900" kern="1200"/>
        </a:p>
      </dsp:txBody>
      <dsp:txXfrm>
        <a:off x="5579313" y="2571705"/>
        <a:ext cx="221983" cy="3037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BAB87-9AD5-479C-AA26-798FE7B76E9D}">
      <dsp:nvSpPr>
        <dsp:cNvPr id="0" name=""/>
        <dsp:cNvSpPr/>
      </dsp:nvSpPr>
      <dsp:spPr>
        <a:xfrm>
          <a:off x="-4341738" y="-666065"/>
          <a:ext cx="5173208" cy="5173208"/>
        </a:xfrm>
        <a:prstGeom prst="blockArc">
          <a:avLst>
            <a:gd name="adj1" fmla="val 18900000"/>
            <a:gd name="adj2" fmla="val 2700000"/>
            <a:gd name="adj3" fmla="val 418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726FA0-4867-454D-AA5F-DD11C8292977}">
      <dsp:nvSpPr>
        <dsp:cNvPr id="0" name=""/>
        <dsp:cNvSpPr/>
      </dsp:nvSpPr>
      <dsp:spPr>
        <a:xfrm>
          <a:off x="269451" y="174615"/>
          <a:ext cx="7383936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✅ Rezumat:</a:t>
          </a:r>
        </a:p>
      </dsp:txBody>
      <dsp:txXfrm>
        <a:off x="269451" y="174615"/>
        <a:ext cx="7383936" cy="349077"/>
      </dsp:txXfrm>
    </dsp:sp>
    <dsp:sp modelId="{E870AE34-9354-4585-B9BC-A32190BA94EF}">
      <dsp:nvSpPr>
        <dsp:cNvPr id="0" name=""/>
        <dsp:cNvSpPr/>
      </dsp:nvSpPr>
      <dsp:spPr>
        <a:xfrm>
          <a:off x="51278" y="130980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C1F36-654F-4C21-921D-E8A8A7406F0B}">
      <dsp:nvSpPr>
        <dsp:cNvPr id="0" name=""/>
        <dsp:cNvSpPr/>
      </dsp:nvSpPr>
      <dsp:spPr>
        <a:xfrm>
          <a:off x="585572" y="698538"/>
          <a:ext cx="7067816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- Date colectate prin web scraping</a:t>
          </a:r>
        </a:p>
      </dsp:txBody>
      <dsp:txXfrm>
        <a:off x="585572" y="698538"/>
        <a:ext cx="7067816" cy="349077"/>
      </dsp:txXfrm>
    </dsp:sp>
    <dsp:sp modelId="{E8D32EE5-CE8F-497C-A769-6FEFA4A29569}">
      <dsp:nvSpPr>
        <dsp:cNvPr id="0" name=""/>
        <dsp:cNvSpPr/>
      </dsp:nvSpPr>
      <dsp:spPr>
        <a:xfrm>
          <a:off x="367399" y="654903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0587B-8BAE-42DA-9A30-F37E6BCFCDE2}">
      <dsp:nvSpPr>
        <dsp:cNvPr id="0" name=""/>
        <dsp:cNvSpPr/>
      </dsp:nvSpPr>
      <dsp:spPr>
        <a:xfrm>
          <a:off x="758804" y="1222077"/>
          <a:ext cx="6894583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- Preprocesare și analiză exploratorie realizate cu succes</a:t>
          </a:r>
        </a:p>
      </dsp:txBody>
      <dsp:txXfrm>
        <a:off x="758804" y="1222077"/>
        <a:ext cx="6894583" cy="349077"/>
      </dsp:txXfrm>
    </dsp:sp>
    <dsp:sp modelId="{74E64154-22C2-44ED-BAB2-C403B4588C93}">
      <dsp:nvSpPr>
        <dsp:cNvPr id="0" name=""/>
        <dsp:cNvSpPr/>
      </dsp:nvSpPr>
      <dsp:spPr>
        <a:xfrm>
          <a:off x="540631" y="1178442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6BD57-CBB7-4F87-9993-5427A099DEF9}">
      <dsp:nvSpPr>
        <dsp:cNvPr id="0" name=""/>
        <dsp:cNvSpPr/>
      </dsp:nvSpPr>
      <dsp:spPr>
        <a:xfrm>
          <a:off x="814116" y="1746000"/>
          <a:ext cx="6839272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- Model predictiv cu o acuratețe de aproximativ 85%</a:t>
          </a:r>
        </a:p>
      </dsp:txBody>
      <dsp:txXfrm>
        <a:off x="814116" y="1746000"/>
        <a:ext cx="6839272" cy="349077"/>
      </dsp:txXfrm>
    </dsp:sp>
    <dsp:sp modelId="{1BD2A7CD-F22D-4FA2-9318-1CA263E30C29}">
      <dsp:nvSpPr>
        <dsp:cNvPr id="0" name=""/>
        <dsp:cNvSpPr/>
      </dsp:nvSpPr>
      <dsp:spPr>
        <a:xfrm>
          <a:off x="595943" y="1702365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5BEB7-0D9D-4233-AE3E-BD0596114D29}">
      <dsp:nvSpPr>
        <dsp:cNvPr id="0" name=""/>
        <dsp:cNvSpPr/>
      </dsp:nvSpPr>
      <dsp:spPr>
        <a:xfrm>
          <a:off x="758804" y="2269923"/>
          <a:ext cx="6894583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🚀 Perspective:</a:t>
          </a:r>
        </a:p>
      </dsp:txBody>
      <dsp:txXfrm>
        <a:off x="758804" y="2269923"/>
        <a:ext cx="6894583" cy="349077"/>
      </dsp:txXfrm>
    </dsp:sp>
    <dsp:sp modelId="{26CC2916-800E-4EB0-8B80-7FC65CF3912F}">
      <dsp:nvSpPr>
        <dsp:cNvPr id="0" name=""/>
        <dsp:cNvSpPr/>
      </dsp:nvSpPr>
      <dsp:spPr>
        <a:xfrm>
          <a:off x="540631" y="2226288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972FE-8D05-4825-BE8A-F11C221CDF53}">
      <dsp:nvSpPr>
        <dsp:cNvPr id="0" name=""/>
        <dsp:cNvSpPr/>
      </dsp:nvSpPr>
      <dsp:spPr>
        <a:xfrm>
          <a:off x="585572" y="2793462"/>
          <a:ext cx="7067816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- Creșterea volumului de date pentru îmbunătățirea performanței</a:t>
          </a:r>
        </a:p>
      </dsp:txBody>
      <dsp:txXfrm>
        <a:off x="585572" y="2793462"/>
        <a:ext cx="7067816" cy="349077"/>
      </dsp:txXfrm>
    </dsp:sp>
    <dsp:sp modelId="{A9D782AB-577D-437F-BA1E-E7A704DBBCBD}">
      <dsp:nvSpPr>
        <dsp:cNvPr id="0" name=""/>
        <dsp:cNvSpPr/>
      </dsp:nvSpPr>
      <dsp:spPr>
        <a:xfrm>
          <a:off x="367399" y="2749827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F3503E-F584-434A-A06B-41AB935F4937}">
      <dsp:nvSpPr>
        <dsp:cNvPr id="0" name=""/>
        <dsp:cNvSpPr/>
      </dsp:nvSpPr>
      <dsp:spPr>
        <a:xfrm>
          <a:off x="269451" y="3317385"/>
          <a:ext cx="7383936" cy="34907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080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700" kern="1200"/>
            <a:t>- Optimizarea hiperparametrilor modelului</a:t>
          </a:r>
        </a:p>
      </dsp:txBody>
      <dsp:txXfrm>
        <a:off x="269451" y="3317385"/>
        <a:ext cx="7383936" cy="349077"/>
      </dsp:txXfrm>
    </dsp:sp>
    <dsp:sp modelId="{49A21BE7-AF9D-48F1-9B36-A996CBCB5F99}">
      <dsp:nvSpPr>
        <dsp:cNvPr id="0" name=""/>
        <dsp:cNvSpPr/>
      </dsp:nvSpPr>
      <dsp:spPr>
        <a:xfrm>
          <a:off x="51278" y="3273750"/>
          <a:ext cx="436346" cy="436346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7CD3D8-1ED7-4891-BAB7-FB581B5AA0C9}">
      <dsp:nvSpPr>
        <dsp:cNvPr id="0" name=""/>
        <dsp:cNvSpPr/>
      </dsp:nvSpPr>
      <dsp:spPr>
        <a:xfrm>
          <a:off x="0" y="623064"/>
          <a:ext cx="4421170" cy="1944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29E1B1-DF93-4F4A-B88E-FA59318F79F5}">
      <dsp:nvSpPr>
        <dsp:cNvPr id="0" name=""/>
        <dsp:cNvSpPr/>
      </dsp:nvSpPr>
      <dsp:spPr>
        <a:xfrm>
          <a:off x="356629" y="1109064"/>
          <a:ext cx="3622423" cy="9720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274320" rIns="0" bIns="27432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Mulțumesc pentru atenție</a:t>
          </a:r>
          <a:endParaRPr lang="fr-BE" sz="2700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6629" y="1109064"/>
        <a:ext cx="3622423" cy="972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F95ABD-9A75-092E-B33B-280469C8BB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0C62EC-AEEA-E944-2B36-2349C4E3E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B4451-1764-4F72-9A40-82E5FAD6B443}" type="datetimeFigureOut">
              <a:rPr lang="fr-BE" smtClean="0"/>
              <a:t>16-11-25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F8438-CE93-74D4-884A-3F2F736D4C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D749B-6D27-804C-40F3-9EF5597E133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D79E6-ECB4-4079-85FE-040145AA074E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2301846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892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1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42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547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06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535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96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4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8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4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0819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8436" y="2705493"/>
            <a:ext cx="6947127" cy="1289290"/>
          </a:xfrm>
        </p:spPr>
        <p:txBody>
          <a:bodyPr>
            <a:normAutofit fontScale="90000"/>
          </a:bodyPr>
          <a:lstStyle/>
          <a:p>
            <a:r>
              <a:rPr sz="3200" dirty="0" err="1"/>
              <a:t>Predicția</a:t>
            </a:r>
            <a:r>
              <a:rPr sz="3200" dirty="0"/>
              <a:t> </a:t>
            </a:r>
            <a:r>
              <a:rPr sz="3200" dirty="0" err="1"/>
              <a:t>prețurilor</a:t>
            </a:r>
            <a:r>
              <a:rPr sz="3200" dirty="0"/>
              <a:t> </a:t>
            </a:r>
            <a:r>
              <a:rPr sz="3200" dirty="0" err="1"/>
              <a:t>telefoanelor</a:t>
            </a:r>
            <a:r>
              <a:rPr sz="3200" dirty="0"/>
              <a:t> mobile pe </a:t>
            </a:r>
            <a:r>
              <a:rPr sz="3200" dirty="0" err="1"/>
              <a:t>platforma</a:t>
            </a:r>
            <a:r>
              <a:rPr sz="3200" dirty="0"/>
              <a:t> eMAG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69754" y="5675244"/>
            <a:ext cx="3148552" cy="542792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Proiect: IAPD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283166-2136-4B08-C039-4A57DBA74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635" y="0"/>
            <a:ext cx="1307478" cy="9793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EC9589-014F-D16F-B9B3-760260A4C1B6}"/>
              </a:ext>
            </a:extLst>
          </p:cNvPr>
          <p:cNvSpPr txBox="1"/>
          <p:nvPr/>
        </p:nvSpPr>
        <p:spPr>
          <a:xfrm flipH="1">
            <a:off x="7196916" y="5453406"/>
            <a:ext cx="1424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Lo Mama</a:t>
            </a:r>
            <a:endParaRPr lang="fr-BE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C43D48-6877-04D8-116D-06352104322C}"/>
              </a:ext>
            </a:extLst>
          </p:cNvPr>
          <p:cNvSpPr txBox="1"/>
          <p:nvPr/>
        </p:nvSpPr>
        <p:spPr>
          <a:xfrm flipH="1">
            <a:off x="7196916" y="5801355"/>
            <a:ext cx="1901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Alberto Radu</a:t>
            </a:r>
            <a:endParaRPr lang="fr-BE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533C1-9564-5817-6639-CEBBC653169E}"/>
              </a:ext>
            </a:extLst>
          </p:cNvPr>
          <p:cNvSpPr txBox="1"/>
          <p:nvPr/>
        </p:nvSpPr>
        <p:spPr>
          <a:xfrm>
            <a:off x="45719" y="1404594"/>
            <a:ext cx="87966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>
                <a:solidFill>
                  <a:schemeClr val="accent1"/>
                </a:solidFill>
              </a:rPr>
              <a:t>Facultatea Automatica și Calculatoare</a:t>
            </a:r>
          </a:p>
          <a:p>
            <a:pPr algn="ctr"/>
            <a:r>
              <a:rPr lang="ro-RO" dirty="0">
                <a:solidFill>
                  <a:schemeClr val="accent1"/>
                </a:solidFill>
              </a:rPr>
              <a:t>(Master: Stiința Datelor)</a:t>
            </a:r>
            <a:endParaRPr lang="fr-BE" dirty="0">
              <a:solidFill>
                <a:schemeClr val="accent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9B34F5-58BC-BC26-B941-FB388791C86E}"/>
              </a:ext>
            </a:extLst>
          </p:cNvPr>
          <p:cNvSpPr txBox="1"/>
          <p:nvPr/>
        </p:nvSpPr>
        <p:spPr>
          <a:xfrm>
            <a:off x="45718" y="5778632"/>
            <a:ext cx="22261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accent1"/>
                </a:solidFill>
              </a:rPr>
              <a:t>Prof: Mihai Dascalu</a:t>
            </a:r>
            <a:endParaRPr lang="fr-BE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1. </a:t>
            </a:r>
            <a:r>
              <a:rPr dirty="0" err="1"/>
              <a:t>Prezentare</a:t>
            </a:r>
            <a:r>
              <a:rPr dirty="0"/>
              <a:t> </a:t>
            </a:r>
            <a:r>
              <a:rPr dirty="0" err="1"/>
              <a:t>generală</a:t>
            </a:r>
            <a:r>
              <a:rPr dirty="0"/>
              <a:t> a </a:t>
            </a:r>
            <a:r>
              <a:rPr dirty="0" err="1"/>
              <a:t>proiectului</a:t>
            </a:r>
            <a:endParaRPr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B137FB-51A2-634F-9D1A-F5891CF75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8339578"/>
              </p:ext>
            </p:extLst>
          </p:nvPr>
        </p:nvGraphicFramePr>
        <p:xfrm>
          <a:off x="1443038" y="2016125"/>
          <a:ext cx="62515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2. Colectarea și preprocesarea datelor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10A1D47-E723-E350-917C-517A0B742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7048357"/>
              </p:ext>
            </p:extLst>
          </p:nvPr>
        </p:nvGraphicFramePr>
        <p:xfrm>
          <a:off x="982133" y="2300139"/>
          <a:ext cx="7704667" cy="41006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88A93B8-37C0-8BC1-2CA4-7C1D125E74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9144000" cy="6142383"/>
          </a:xfrm>
        </p:spPr>
      </p:pic>
    </p:spTree>
    <p:extLst>
      <p:ext uri="{BB962C8B-B14F-4D97-AF65-F5344CB8AC3E}">
        <p14:creationId xmlns:p14="http://schemas.microsoft.com/office/powerpoint/2010/main" val="36928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Descrierea setului de date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F46660-31E9-605E-2766-A32830337E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805515"/>
              </p:ext>
            </p:extLst>
          </p:nvPr>
        </p:nvGraphicFramePr>
        <p:xfrm>
          <a:off x="982133" y="1772240"/>
          <a:ext cx="8039319" cy="4072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BAF105-6308-C2EB-97CB-3B2735603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3" y="-616225"/>
            <a:ext cx="8925339" cy="669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99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Analiza </a:t>
            </a:r>
            <a:r>
              <a:rPr dirty="0" err="1"/>
              <a:t>exploratorie</a:t>
            </a:r>
            <a:r>
              <a:rPr dirty="0"/>
              <a:t> a </a:t>
            </a:r>
            <a:r>
              <a:rPr dirty="0" err="1"/>
              <a:t>datelor</a:t>
            </a:r>
            <a:endParaRPr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3C0F278-766F-14C4-0924-C11E5CB3C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5386423"/>
              </p:ext>
            </p:extLst>
          </p:nvPr>
        </p:nvGraphicFramePr>
        <p:xfrm>
          <a:off x="982133" y="2319681"/>
          <a:ext cx="7704667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Modelarea predictivă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30F7CE-E864-89AB-AEB2-447010DEB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524985"/>
              </p:ext>
            </p:extLst>
          </p:nvPr>
        </p:nvGraphicFramePr>
        <p:xfrm>
          <a:off x="1443038" y="2016125"/>
          <a:ext cx="6251575" cy="3449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Concluzii și perspective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F572F7-864D-D55A-98ED-C0A2C2FE7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9891580"/>
              </p:ext>
            </p:extLst>
          </p:nvPr>
        </p:nvGraphicFramePr>
        <p:xfrm>
          <a:off x="982133" y="2158738"/>
          <a:ext cx="7704667" cy="38410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F8E5142-5965-9D52-992C-59D48905EB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2197748"/>
              </p:ext>
            </p:extLst>
          </p:nvPr>
        </p:nvGraphicFramePr>
        <p:xfrm>
          <a:off x="3261675" y="1711808"/>
          <a:ext cx="4421170" cy="3190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90305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231</TotalTime>
  <Words>342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Rockwell</vt:lpstr>
      <vt:lpstr>Times New Roman</vt:lpstr>
      <vt:lpstr>Gallery</vt:lpstr>
      <vt:lpstr>Predicția prețurilor telefoanelor mobile pe platforma eMAG</vt:lpstr>
      <vt:lpstr>1. Prezentare generală a proiectului</vt:lpstr>
      <vt:lpstr>2. Colectarea și preprocesarea datelor</vt:lpstr>
      <vt:lpstr>PowerPoint Presentation</vt:lpstr>
      <vt:lpstr>3. Descrierea setului de date</vt:lpstr>
      <vt:lpstr>PowerPoint Presentation</vt:lpstr>
      <vt:lpstr>4. Analiza exploratorie a datelor</vt:lpstr>
      <vt:lpstr>5. Modelarea predictivă</vt:lpstr>
      <vt:lpstr>6. Concluzii și perspective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ryzen 5th</dc:creator>
  <cp:keywords/>
  <dc:description>generated using python-pptx</dc:description>
  <cp:lastModifiedBy>Mama Lo</cp:lastModifiedBy>
  <cp:revision>3</cp:revision>
  <dcterms:created xsi:type="dcterms:W3CDTF">2013-01-27T09:14:16Z</dcterms:created>
  <dcterms:modified xsi:type="dcterms:W3CDTF">2025-11-16T06:33:22Z</dcterms:modified>
  <cp:category/>
</cp:coreProperties>
</file>