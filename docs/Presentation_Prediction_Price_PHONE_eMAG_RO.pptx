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1"/>
  </p:sldMasterIdLst>
  <p:handoutMasterIdLst>
    <p:handoutMasterId r:id="rId12"/>
  </p:handoutMasterIdLst>
  <p:sldIdLst>
    <p:sldId id="256" r:id="rId2"/>
    <p:sldId id="257" r:id="rId3"/>
    <p:sldId id="258" r:id="rId4"/>
    <p:sldId id="264" r:id="rId5"/>
    <p:sldId id="259" r:id="rId6"/>
    <p:sldId id="265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2299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250792-E3B0-4A38-8032-125C9EA040AF}" type="doc">
      <dgm:prSet loTypeId="urn:microsoft.com/office/officeart/2005/8/layout/hProcess9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fr-BE"/>
        </a:p>
      </dgm:t>
    </dgm:pt>
    <dgm:pt modelId="{488752F4-330F-4DE5-A841-8C21C6C3C7F3}">
      <dgm:prSet custT="1"/>
      <dgm:spPr/>
      <dgm:t>
        <a:bodyPr/>
        <a:lstStyle/>
        <a:p>
          <a:r>
            <a:rPr lang="fr-BE" sz="1200" dirty="0"/>
            <a:t>🎯</a:t>
          </a:r>
          <a:r>
            <a:rPr lang="en-US" sz="1800" dirty="0"/>
            <a:t>Objective: Build a predictive model capable of estimating the price of a smartphone based on its technical characteristics and brand.</a:t>
          </a:r>
          <a:endParaRPr lang="fr-BE" sz="1800" dirty="0"/>
        </a:p>
      </dgm:t>
    </dgm:pt>
    <dgm:pt modelId="{E798FD36-C01F-4B98-A30C-AD5123C950A7}" type="parTrans" cxnId="{7CBF13DA-94B7-4457-BE7E-8F060DF6490A}">
      <dgm:prSet/>
      <dgm:spPr/>
      <dgm:t>
        <a:bodyPr/>
        <a:lstStyle/>
        <a:p>
          <a:endParaRPr lang="fr-BE"/>
        </a:p>
      </dgm:t>
    </dgm:pt>
    <dgm:pt modelId="{4D3BACB7-631F-4829-8F4C-01106A01D677}" type="sibTrans" cxnId="{7CBF13DA-94B7-4457-BE7E-8F060DF6490A}">
      <dgm:prSet/>
      <dgm:spPr/>
      <dgm:t>
        <a:bodyPr/>
        <a:lstStyle/>
        <a:p>
          <a:endParaRPr lang="fr-BE"/>
        </a:p>
      </dgm:t>
    </dgm:pt>
    <dgm:pt modelId="{C91DFCE8-399E-45E3-B74B-7743827B6CE9}">
      <dgm:prSet custT="1"/>
      <dgm:spPr/>
      <dgm:t>
        <a:bodyPr/>
        <a:lstStyle/>
        <a:p>
          <a:r>
            <a:rPr lang="fr-BE" sz="2100" dirty="0"/>
            <a:t>💡 </a:t>
          </a:r>
          <a:r>
            <a:rPr lang="en-US" sz="1800" dirty="0"/>
            <a:t>Motivation: Provide a decision-support tool for buyers and sellers.</a:t>
          </a:r>
          <a:endParaRPr lang="fr-BE" sz="1800" dirty="0"/>
        </a:p>
      </dgm:t>
    </dgm:pt>
    <dgm:pt modelId="{3244E1DB-4172-4092-B124-B76C78D49623}" type="parTrans" cxnId="{44BF176F-13B3-4D4C-942E-CB3AC4C91D2B}">
      <dgm:prSet/>
      <dgm:spPr/>
      <dgm:t>
        <a:bodyPr/>
        <a:lstStyle/>
        <a:p>
          <a:endParaRPr lang="fr-BE"/>
        </a:p>
      </dgm:t>
    </dgm:pt>
    <dgm:pt modelId="{249FE593-1F95-472D-9EAA-14D276064EF2}" type="sibTrans" cxnId="{44BF176F-13B3-4D4C-942E-CB3AC4C91D2B}">
      <dgm:prSet/>
      <dgm:spPr/>
      <dgm:t>
        <a:bodyPr/>
        <a:lstStyle/>
        <a:p>
          <a:endParaRPr lang="fr-BE"/>
        </a:p>
      </dgm:t>
    </dgm:pt>
    <dgm:pt modelId="{F9523848-F95C-40FC-BB60-1456AA81888F}">
      <dgm:prSet custT="1"/>
      <dgm:spPr/>
      <dgm:t>
        <a:bodyPr/>
        <a:lstStyle/>
        <a:p>
          <a:pPr algn="ctr"/>
          <a:r>
            <a:rPr lang="fr-BE" sz="1800" dirty="0"/>
            <a:t>🌐 </a:t>
          </a:r>
          <a:r>
            <a:rPr lang="en-US" sz="1800" dirty="0"/>
            <a:t>Domain: Market analysis and data science applied to e-commerce</a:t>
          </a:r>
          <a:r>
            <a:rPr lang="fr-BE" sz="1800" dirty="0"/>
            <a:t>.</a:t>
          </a:r>
        </a:p>
      </dgm:t>
    </dgm:pt>
    <dgm:pt modelId="{0063CADC-9B13-4E9B-A583-1D39E818118A}" type="parTrans" cxnId="{3B7CED83-3ECC-4A01-9B40-A594AF6BE100}">
      <dgm:prSet/>
      <dgm:spPr/>
      <dgm:t>
        <a:bodyPr/>
        <a:lstStyle/>
        <a:p>
          <a:endParaRPr lang="fr-BE"/>
        </a:p>
      </dgm:t>
    </dgm:pt>
    <dgm:pt modelId="{50A9E50B-38BA-4502-8875-3B904094B0C1}" type="sibTrans" cxnId="{3B7CED83-3ECC-4A01-9B40-A594AF6BE100}">
      <dgm:prSet/>
      <dgm:spPr/>
      <dgm:t>
        <a:bodyPr/>
        <a:lstStyle/>
        <a:p>
          <a:endParaRPr lang="fr-BE"/>
        </a:p>
      </dgm:t>
    </dgm:pt>
    <dgm:pt modelId="{A30B3DEE-73D4-4770-BF41-2675BBE50CE9}" type="pres">
      <dgm:prSet presAssocID="{7F250792-E3B0-4A38-8032-125C9EA040AF}" presName="CompostProcess" presStyleCnt="0">
        <dgm:presLayoutVars>
          <dgm:dir/>
          <dgm:resizeHandles val="exact"/>
        </dgm:presLayoutVars>
      </dgm:prSet>
      <dgm:spPr/>
    </dgm:pt>
    <dgm:pt modelId="{EAE42A36-1FB5-427B-BC8A-B7ED0290C8C3}" type="pres">
      <dgm:prSet presAssocID="{7F250792-E3B0-4A38-8032-125C9EA040AF}" presName="arrow" presStyleLbl="bgShp" presStyleIdx="0" presStyleCnt="1"/>
      <dgm:spPr/>
    </dgm:pt>
    <dgm:pt modelId="{6E038C49-7F4C-4F2E-960E-6E4027764DB7}" type="pres">
      <dgm:prSet presAssocID="{7F250792-E3B0-4A38-8032-125C9EA040AF}" presName="linearProcess" presStyleCnt="0"/>
      <dgm:spPr/>
    </dgm:pt>
    <dgm:pt modelId="{15EF6CFB-1FAC-4D18-BE96-93CEF4A48465}" type="pres">
      <dgm:prSet presAssocID="{488752F4-330F-4DE5-A841-8C21C6C3C7F3}" presName="textNode" presStyleLbl="node1" presStyleIdx="0" presStyleCnt="3" custScaleX="122768" custScaleY="202675">
        <dgm:presLayoutVars>
          <dgm:bulletEnabled val="1"/>
        </dgm:presLayoutVars>
      </dgm:prSet>
      <dgm:spPr/>
    </dgm:pt>
    <dgm:pt modelId="{9983E0D6-BEAA-4D58-A736-60637CE3245F}" type="pres">
      <dgm:prSet presAssocID="{4D3BACB7-631F-4829-8F4C-01106A01D677}" presName="sibTrans" presStyleCnt="0"/>
      <dgm:spPr/>
    </dgm:pt>
    <dgm:pt modelId="{8352B427-363B-4976-9CAE-5AF257E5D99B}" type="pres">
      <dgm:prSet presAssocID="{C91DFCE8-399E-45E3-B74B-7743827B6CE9}" presName="textNode" presStyleLbl="node1" presStyleIdx="1" presStyleCnt="3" custScaleX="116036" custScaleY="202675">
        <dgm:presLayoutVars>
          <dgm:bulletEnabled val="1"/>
        </dgm:presLayoutVars>
      </dgm:prSet>
      <dgm:spPr/>
    </dgm:pt>
    <dgm:pt modelId="{76435029-F683-4422-AB8A-BAFCB252DD3D}" type="pres">
      <dgm:prSet presAssocID="{249FE593-1F95-472D-9EAA-14D276064EF2}" presName="sibTrans" presStyleCnt="0"/>
      <dgm:spPr/>
    </dgm:pt>
    <dgm:pt modelId="{B64D0797-D441-480B-B1FA-9E8B29640E66}" type="pres">
      <dgm:prSet presAssocID="{F9523848-F95C-40FC-BB60-1456AA81888F}" presName="textNode" presStyleLbl="node1" presStyleIdx="2" presStyleCnt="3" custScaleX="127364" custScaleY="202675">
        <dgm:presLayoutVars>
          <dgm:bulletEnabled val="1"/>
        </dgm:presLayoutVars>
      </dgm:prSet>
      <dgm:spPr/>
    </dgm:pt>
  </dgm:ptLst>
  <dgm:cxnLst>
    <dgm:cxn modelId="{44BF176F-13B3-4D4C-942E-CB3AC4C91D2B}" srcId="{7F250792-E3B0-4A38-8032-125C9EA040AF}" destId="{C91DFCE8-399E-45E3-B74B-7743827B6CE9}" srcOrd="1" destOrd="0" parTransId="{3244E1DB-4172-4092-B124-B76C78D49623}" sibTransId="{249FE593-1F95-472D-9EAA-14D276064EF2}"/>
    <dgm:cxn modelId="{4D4E8279-A1DC-4960-B54A-EA3C89377BB4}" type="presOf" srcId="{F9523848-F95C-40FC-BB60-1456AA81888F}" destId="{B64D0797-D441-480B-B1FA-9E8B29640E66}" srcOrd="0" destOrd="0" presId="urn:microsoft.com/office/officeart/2005/8/layout/hProcess9"/>
    <dgm:cxn modelId="{294BE27C-6310-43EE-A5F6-AB27ED7CDBF4}" type="presOf" srcId="{7F250792-E3B0-4A38-8032-125C9EA040AF}" destId="{A30B3DEE-73D4-4770-BF41-2675BBE50CE9}" srcOrd="0" destOrd="0" presId="urn:microsoft.com/office/officeart/2005/8/layout/hProcess9"/>
    <dgm:cxn modelId="{2361CA83-6BA4-4C52-9E5A-709F2C09E3FA}" type="presOf" srcId="{C91DFCE8-399E-45E3-B74B-7743827B6CE9}" destId="{8352B427-363B-4976-9CAE-5AF257E5D99B}" srcOrd="0" destOrd="0" presId="urn:microsoft.com/office/officeart/2005/8/layout/hProcess9"/>
    <dgm:cxn modelId="{3B7CED83-3ECC-4A01-9B40-A594AF6BE100}" srcId="{7F250792-E3B0-4A38-8032-125C9EA040AF}" destId="{F9523848-F95C-40FC-BB60-1456AA81888F}" srcOrd="2" destOrd="0" parTransId="{0063CADC-9B13-4E9B-A583-1D39E818118A}" sibTransId="{50A9E50B-38BA-4502-8875-3B904094B0C1}"/>
    <dgm:cxn modelId="{7CBF13DA-94B7-4457-BE7E-8F060DF6490A}" srcId="{7F250792-E3B0-4A38-8032-125C9EA040AF}" destId="{488752F4-330F-4DE5-A841-8C21C6C3C7F3}" srcOrd="0" destOrd="0" parTransId="{E798FD36-C01F-4B98-A30C-AD5123C950A7}" sibTransId="{4D3BACB7-631F-4829-8F4C-01106A01D677}"/>
    <dgm:cxn modelId="{88CD13E2-08EB-40FD-80E3-F3E935FA212B}" type="presOf" srcId="{488752F4-330F-4DE5-A841-8C21C6C3C7F3}" destId="{15EF6CFB-1FAC-4D18-BE96-93CEF4A48465}" srcOrd="0" destOrd="0" presId="urn:microsoft.com/office/officeart/2005/8/layout/hProcess9"/>
    <dgm:cxn modelId="{BCD1029D-DB67-4599-B62E-36D80B9FB610}" type="presParOf" srcId="{A30B3DEE-73D4-4770-BF41-2675BBE50CE9}" destId="{EAE42A36-1FB5-427B-BC8A-B7ED0290C8C3}" srcOrd="0" destOrd="0" presId="urn:microsoft.com/office/officeart/2005/8/layout/hProcess9"/>
    <dgm:cxn modelId="{3745B7B1-4049-49B5-8265-00E4ABED4597}" type="presParOf" srcId="{A30B3DEE-73D4-4770-BF41-2675BBE50CE9}" destId="{6E038C49-7F4C-4F2E-960E-6E4027764DB7}" srcOrd="1" destOrd="0" presId="urn:microsoft.com/office/officeart/2005/8/layout/hProcess9"/>
    <dgm:cxn modelId="{F18F0724-8CA6-474A-91AD-2FB07935ECD7}" type="presParOf" srcId="{6E038C49-7F4C-4F2E-960E-6E4027764DB7}" destId="{15EF6CFB-1FAC-4D18-BE96-93CEF4A48465}" srcOrd="0" destOrd="0" presId="urn:microsoft.com/office/officeart/2005/8/layout/hProcess9"/>
    <dgm:cxn modelId="{5EA84DE1-077B-4EAB-AA6C-C1D1F4C97A45}" type="presParOf" srcId="{6E038C49-7F4C-4F2E-960E-6E4027764DB7}" destId="{9983E0D6-BEAA-4D58-A736-60637CE3245F}" srcOrd="1" destOrd="0" presId="urn:microsoft.com/office/officeart/2005/8/layout/hProcess9"/>
    <dgm:cxn modelId="{845862E7-C7AD-450D-BC56-6E8B475F721C}" type="presParOf" srcId="{6E038C49-7F4C-4F2E-960E-6E4027764DB7}" destId="{8352B427-363B-4976-9CAE-5AF257E5D99B}" srcOrd="2" destOrd="0" presId="urn:microsoft.com/office/officeart/2005/8/layout/hProcess9"/>
    <dgm:cxn modelId="{4EB1814F-21E7-4529-8E95-BACF0152D493}" type="presParOf" srcId="{6E038C49-7F4C-4F2E-960E-6E4027764DB7}" destId="{76435029-F683-4422-AB8A-BAFCB252DD3D}" srcOrd="3" destOrd="0" presId="urn:microsoft.com/office/officeart/2005/8/layout/hProcess9"/>
    <dgm:cxn modelId="{9B6C8C63-E46A-4DE1-9B23-333C34DD4FAF}" type="presParOf" srcId="{6E038C49-7F4C-4F2E-960E-6E4027764DB7}" destId="{B64D0797-D441-480B-B1FA-9E8B29640E66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9CD1C7-0AB4-45F5-BDC7-04DCEF43D347}" type="doc">
      <dgm:prSet loTypeId="urn:microsoft.com/office/officeart/2005/8/layout/vProcess5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BE"/>
        </a:p>
      </dgm:t>
    </dgm:pt>
    <dgm:pt modelId="{F1C8E7FB-A538-428B-A50F-79F49A96F17B}">
      <dgm:prSet/>
      <dgm:spPr/>
      <dgm:t>
        <a:bodyPr/>
        <a:lstStyle/>
        <a:p>
          <a:r>
            <a:rPr lang="fr-BE" dirty="0"/>
            <a:t>📦 Source: </a:t>
          </a:r>
          <a:r>
            <a:rPr lang="fr-BE" dirty="0" err="1"/>
            <a:t>eMAG</a:t>
          </a:r>
          <a:r>
            <a:rPr lang="fr-BE" dirty="0"/>
            <a:t> </a:t>
          </a:r>
          <a:r>
            <a:rPr lang="fr-BE" dirty="0" err="1"/>
            <a:t>website</a:t>
          </a:r>
          <a:r>
            <a:rPr lang="fr-BE" dirty="0"/>
            <a:t> (https://www.emag.ro)</a:t>
          </a:r>
        </a:p>
      </dgm:t>
    </dgm:pt>
    <dgm:pt modelId="{EE74A38A-4582-48AF-80DC-42281070ED3B}" type="parTrans" cxnId="{768F57B7-6D8C-44C6-8EBF-D6F91666E7F2}">
      <dgm:prSet/>
      <dgm:spPr/>
      <dgm:t>
        <a:bodyPr/>
        <a:lstStyle/>
        <a:p>
          <a:endParaRPr lang="fr-BE"/>
        </a:p>
      </dgm:t>
    </dgm:pt>
    <dgm:pt modelId="{C397B4DB-DD53-4C61-833F-E5BA872C4E39}" type="sibTrans" cxnId="{768F57B7-6D8C-44C6-8EBF-D6F91666E7F2}">
      <dgm:prSet/>
      <dgm:spPr/>
      <dgm:t>
        <a:bodyPr/>
        <a:lstStyle/>
        <a:p>
          <a:endParaRPr lang="fr-BE"/>
        </a:p>
      </dgm:t>
    </dgm:pt>
    <dgm:pt modelId="{83CED97E-EC43-4556-9E39-62DFAAC53D08}">
      <dgm:prSet/>
      <dgm:spPr/>
      <dgm:t>
        <a:bodyPr/>
        <a:lstStyle/>
        <a:p>
          <a:r>
            <a:rPr lang="fr-BE" dirty="0"/>
            <a:t>⚙️ </a:t>
          </a:r>
          <a:r>
            <a:rPr lang="en-US" dirty="0"/>
            <a:t>Tools used: Python, Requests, </a:t>
          </a:r>
          <a:r>
            <a:rPr lang="en-US" dirty="0" err="1"/>
            <a:t>BeautifulSoup</a:t>
          </a:r>
          <a:r>
            <a:rPr lang="en-US" dirty="0"/>
            <a:t>, Pandas</a:t>
          </a:r>
          <a:r>
            <a:rPr lang="ro-RO" dirty="0"/>
            <a:t>.</a:t>
          </a:r>
          <a:endParaRPr lang="fr-BE" dirty="0"/>
        </a:p>
      </dgm:t>
    </dgm:pt>
    <dgm:pt modelId="{BE1A0EA3-12F5-4964-973A-359B604C5022}" type="parTrans" cxnId="{E9C0715B-9EEA-4E1E-8542-24A99C6921EE}">
      <dgm:prSet/>
      <dgm:spPr/>
      <dgm:t>
        <a:bodyPr/>
        <a:lstStyle/>
        <a:p>
          <a:endParaRPr lang="fr-BE"/>
        </a:p>
      </dgm:t>
    </dgm:pt>
    <dgm:pt modelId="{4F2852D7-3DF7-4C73-BB40-DF458D594F30}" type="sibTrans" cxnId="{E9C0715B-9EEA-4E1E-8542-24A99C6921EE}">
      <dgm:prSet/>
      <dgm:spPr/>
      <dgm:t>
        <a:bodyPr/>
        <a:lstStyle/>
        <a:p>
          <a:endParaRPr lang="fr-BE"/>
        </a:p>
      </dgm:t>
    </dgm:pt>
    <dgm:pt modelId="{D36D458F-D638-4AF6-83DB-FFC6C8A5ACE8}">
      <dgm:prSet/>
      <dgm:spPr/>
      <dgm:t>
        <a:bodyPr/>
        <a:lstStyle/>
        <a:p>
          <a:r>
            <a:rPr lang="fr-BE" dirty="0"/>
            <a:t>📑 Main </a:t>
          </a:r>
          <a:r>
            <a:rPr lang="fr-BE" dirty="0" err="1"/>
            <a:t>steps</a:t>
          </a:r>
          <a:r>
            <a:rPr lang="fr-BE" dirty="0"/>
            <a:t>:</a:t>
          </a:r>
        </a:p>
      </dgm:t>
    </dgm:pt>
    <dgm:pt modelId="{B4951364-5986-4CEB-A986-1ACC904BDF5F}" type="parTrans" cxnId="{AA317137-23C8-4CA2-A38B-106031AD4A79}">
      <dgm:prSet/>
      <dgm:spPr/>
      <dgm:t>
        <a:bodyPr/>
        <a:lstStyle/>
        <a:p>
          <a:endParaRPr lang="fr-BE"/>
        </a:p>
      </dgm:t>
    </dgm:pt>
    <dgm:pt modelId="{1322F393-0EE6-4015-9277-926EA0BD57A9}" type="sibTrans" cxnId="{AA317137-23C8-4CA2-A38B-106031AD4A79}">
      <dgm:prSet/>
      <dgm:spPr/>
      <dgm:t>
        <a:bodyPr/>
        <a:lstStyle/>
        <a:p>
          <a:endParaRPr lang="fr-BE"/>
        </a:p>
      </dgm:t>
    </dgm:pt>
    <dgm:pt modelId="{37266F80-7C34-4CA4-AD18-1F345C57CCA1}">
      <dgm:prSet custT="1"/>
      <dgm:spPr/>
      <dgm:t>
        <a:bodyPr/>
        <a:lstStyle/>
        <a:p>
          <a:r>
            <a:rPr lang="fr-BE" sz="1800" dirty="0"/>
            <a:t>- </a:t>
          </a:r>
          <a:r>
            <a:rPr lang="fr-BE" sz="1800" dirty="0" err="1"/>
            <a:t>Define</a:t>
          </a:r>
          <a:r>
            <a:rPr lang="fr-BE" sz="1800" dirty="0"/>
            <a:t> </a:t>
          </a:r>
          <a:r>
            <a:rPr lang="fr-BE" sz="1800" dirty="0" err="1"/>
            <a:t>search</a:t>
          </a:r>
          <a:r>
            <a:rPr lang="fr-BE" sz="1800" dirty="0"/>
            <a:t> URLs (e.g., '</a:t>
          </a:r>
          <a:r>
            <a:rPr lang="fr-BE" sz="1800" dirty="0" err="1"/>
            <a:t>telefoane</a:t>
          </a:r>
          <a:r>
            <a:rPr lang="fr-BE" sz="1800" dirty="0"/>
            <a:t>')</a:t>
          </a:r>
        </a:p>
        <a:p>
          <a:r>
            <a:rPr lang="en-US" sz="1800" dirty="0"/>
            <a:t>- Extract title, price, RAM, storage, and brand</a:t>
          </a:r>
        </a:p>
        <a:p>
          <a:r>
            <a:rPr lang="it-IT" sz="1800" dirty="0"/>
            <a:t>- Save data in CSV format</a:t>
          </a:r>
        </a:p>
        <a:p>
          <a:r>
            <a:rPr lang="en-US" sz="1800" dirty="0"/>
            <a:t>- Clean missing values and remove duplicates</a:t>
          </a:r>
          <a:endParaRPr lang="fr-BE" sz="1800" dirty="0"/>
        </a:p>
      </dgm:t>
    </dgm:pt>
    <dgm:pt modelId="{AC12F818-1C3D-4A9B-9F8C-DB8761713146}" type="parTrans" cxnId="{90ABE9CE-DA50-4FFA-B7AD-913E2FE45BB5}">
      <dgm:prSet/>
      <dgm:spPr/>
      <dgm:t>
        <a:bodyPr/>
        <a:lstStyle/>
        <a:p>
          <a:endParaRPr lang="fr-BE"/>
        </a:p>
      </dgm:t>
    </dgm:pt>
    <dgm:pt modelId="{854DC176-803F-44C0-9D07-03667274BF29}" type="sibTrans" cxnId="{90ABE9CE-DA50-4FFA-B7AD-913E2FE45BB5}">
      <dgm:prSet/>
      <dgm:spPr/>
      <dgm:t>
        <a:bodyPr/>
        <a:lstStyle/>
        <a:p>
          <a:endParaRPr lang="fr-BE"/>
        </a:p>
      </dgm:t>
    </dgm:pt>
    <dgm:pt modelId="{73B00AAB-C019-42B2-B04A-12F228763688}" type="pres">
      <dgm:prSet presAssocID="{2A9CD1C7-0AB4-45F5-BDC7-04DCEF43D347}" presName="outerComposite" presStyleCnt="0">
        <dgm:presLayoutVars>
          <dgm:chMax val="5"/>
          <dgm:dir/>
          <dgm:resizeHandles val="exact"/>
        </dgm:presLayoutVars>
      </dgm:prSet>
      <dgm:spPr/>
    </dgm:pt>
    <dgm:pt modelId="{FB66D070-337D-45C0-AA17-98ACBAF40B79}" type="pres">
      <dgm:prSet presAssocID="{2A9CD1C7-0AB4-45F5-BDC7-04DCEF43D347}" presName="dummyMaxCanvas" presStyleCnt="0">
        <dgm:presLayoutVars/>
      </dgm:prSet>
      <dgm:spPr/>
    </dgm:pt>
    <dgm:pt modelId="{C8702231-759B-4DAB-9594-606F19C4BD4B}" type="pres">
      <dgm:prSet presAssocID="{2A9CD1C7-0AB4-45F5-BDC7-04DCEF43D347}" presName="FourNodes_1" presStyleLbl="node1" presStyleIdx="0" presStyleCnt="4" custScaleY="64327">
        <dgm:presLayoutVars>
          <dgm:bulletEnabled val="1"/>
        </dgm:presLayoutVars>
      </dgm:prSet>
      <dgm:spPr/>
    </dgm:pt>
    <dgm:pt modelId="{375FA67E-4FEE-41AE-AD2A-E5E1F1F9C037}" type="pres">
      <dgm:prSet presAssocID="{2A9CD1C7-0AB4-45F5-BDC7-04DCEF43D347}" presName="FourNodes_2" presStyleLbl="node1" presStyleIdx="1" presStyleCnt="4" custScaleY="61529" custLinFactNeighborX="-2341" custLinFactNeighborY="-32428">
        <dgm:presLayoutVars>
          <dgm:bulletEnabled val="1"/>
        </dgm:presLayoutVars>
      </dgm:prSet>
      <dgm:spPr/>
    </dgm:pt>
    <dgm:pt modelId="{DDA5C3AF-FAEE-4AB5-ABD2-03A605ABF4F9}" type="pres">
      <dgm:prSet presAssocID="{2A9CD1C7-0AB4-45F5-BDC7-04DCEF43D347}" presName="FourNodes_3" presStyleLbl="node1" presStyleIdx="2" presStyleCnt="4" custFlipVert="0" custScaleY="64602" custLinFactNeighborX="-4031" custLinFactNeighborY="-70459">
        <dgm:presLayoutVars>
          <dgm:bulletEnabled val="1"/>
        </dgm:presLayoutVars>
      </dgm:prSet>
      <dgm:spPr/>
    </dgm:pt>
    <dgm:pt modelId="{984EACAA-B26F-463A-88F6-D1468FA46C23}" type="pres">
      <dgm:prSet presAssocID="{2A9CD1C7-0AB4-45F5-BDC7-04DCEF43D347}" presName="FourNodes_4" presStyleLbl="node1" presStyleIdx="3" presStyleCnt="4" custScaleX="108660" custScaleY="142781" custLinFactNeighborX="-2165" custLinFactNeighborY="-62993">
        <dgm:presLayoutVars>
          <dgm:bulletEnabled val="1"/>
        </dgm:presLayoutVars>
      </dgm:prSet>
      <dgm:spPr/>
    </dgm:pt>
    <dgm:pt modelId="{DEC7560D-6344-4D60-B8AA-668C27F275B4}" type="pres">
      <dgm:prSet presAssocID="{2A9CD1C7-0AB4-45F5-BDC7-04DCEF43D347}" presName="FourConn_1-2" presStyleLbl="fgAccFollowNode1" presStyleIdx="0" presStyleCnt="3">
        <dgm:presLayoutVars>
          <dgm:bulletEnabled val="1"/>
        </dgm:presLayoutVars>
      </dgm:prSet>
      <dgm:spPr/>
    </dgm:pt>
    <dgm:pt modelId="{129D0686-2142-488A-A9A4-3390B411B07A}" type="pres">
      <dgm:prSet presAssocID="{2A9CD1C7-0AB4-45F5-BDC7-04DCEF43D347}" presName="FourConn_2-3" presStyleLbl="fgAccFollowNode1" presStyleIdx="1" presStyleCnt="3">
        <dgm:presLayoutVars>
          <dgm:bulletEnabled val="1"/>
        </dgm:presLayoutVars>
      </dgm:prSet>
      <dgm:spPr/>
    </dgm:pt>
    <dgm:pt modelId="{B50809B9-AC69-4155-BAC5-112462016730}" type="pres">
      <dgm:prSet presAssocID="{2A9CD1C7-0AB4-45F5-BDC7-04DCEF43D347}" presName="FourConn_3-4" presStyleLbl="fgAccFollowNode1" presStyleIdx="2" presStyleCnt="3">
        <dgm:presLayoutVars>
          <dgm:bulletEnabled val="1"/>
        </dgm:presLayoutVars>
      </dgm:prSet>
      <dgm:spPr/>
    </dgm:pt>
    <dgm:pt modelId="{D2EF2F5E-4BEF-4A34-A0C2-9908080BBC00}" type="pres">
      <dgm:prSet presAssocID="{2A9CD1C7-0AB4-45F5-BDC7-04DCEF43D347}" presName="FourNodes_1_text" presStyleLbl="node1" presStyleIdx="3" presStyleCnt="4">
        <dgm:presLayoutVars>
          <dgm:bulletEnabled val="1"/>
        </dgm:presLayoutVars>
      </dgm:prSet>
      <dgm:spPr/>
    </dgm:pt>
    <dgm:pt modelId="{EDEC2B65-05AE-43C1-8F93-4E00F7E9530E}" type="pres">
      <dgm:prSet presAssocID="{2A9CD1C7-0AB4-45F5-BDC7-04DCEF43D347}" presName="FourNodes_2_text" presStyleLbl="node1" presStyleIdx="3" presStyleCnt="4">
        <dgm:presLayoutVars>
          <dgm:bulletEnabled val="1"/>
        </dgm:presLayoutVars>
      </dgm:prSet>
      <dgm:spPr/>
    </dgm:pt>
    <dgm:pt modelId="{A2832994-B2F6-4761-8E6E-A7788C85474F}" type="pres">
      <dgm:prSet presAssocID="{2A9CD1C7-0AB4-45F5-BDC7-04DCEF43D347}" presName="FourNodes_3_text" presStyleLbl="node1" presStyleIdx="3" presStyleCnt="4">
        <dgm:presLayoutVars>
          <dgm:bulletEnabled val="1"/>
        </dgm:presLayoutVars>
      </dgm:prSet>
      <dgm:spPr/>
    </dgm:pt>
    <dgm:pt modelId="{CAA39DC5-98FB-422D-A119-461B1AC870A7}" type="pres">
      <dgm:prSet presAssocID="{2A9CD1C7-0AB4-45F5-BDC7-04DCEF43D34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DA2900C-56E0-4BBC-8E9A-E0AF9C1C2D4B}" type="presOf" srcId="{4F2852D7-3DF7-4C73-BB40-DF458D594F30}" destId="{129D0686-2142-488A-A9A4-3390B411B07A}" srcOrd="0" destOrd="0" presId="urn:microsoft.com/office/officeart/2005/8/layout/vProcess5"/>
    <dgm:cxn modelId="{956C4515-1FA9-45AE-BC9E-A158FE67F973}" type="presOf" srcId="{2A9CD1C7-0AB4-45F5-BDC7-04DCEF43D347}" destId="{73B00AAB-C019-42B2-B04A-12F228763688}" srcOrd="0" destOrd="0" presId="urn:microsoft.com/office/officeart/2005/8/layout/vProcess5"/>
    <dgm:cxn modelId="{AA317137-23C8-4CA2-A38B-106031AD4A79}" srcId="{2A9CD1C7-0AB4-45F5-BDC7-04DCEF43D347}" destId="{D36D458F-D638-4AF6-83DB-FFC6C8A5ACE8}" srcOrd="2" destOrd="0" parTransId="{B4951364-5986-4CEB-A986-1ACC904BDF5F}" sibTransId="{1322F393-0EE6-4015-9277-926EA0BD57A9}"/>
    <dgm:cxn modelId="{E9C0715B-9EEA-4E1E-8542-24A99C6921EE}" srcId="{2A9CD1C7-0AB4-45F5-BDC7-04DCEF43D347}" destId="{83CED97E-EC43-4556-9E39-62DFAAC53D08}" srcOrd="1" destOrd="0" parTransId="{BE1A0EA3-12F5-4964-973A-359B604C5022}" sibTransId="{4F2852D7-3DF7-4C73-BB40-DF458D594F30}"/>
    <dgm:cxn modelId="{809D2274-1D6B-46F0-9C2B-0A7D2C301217}" type="presOf" srcId="{C397B4DB-DD53-4C61-833F-E5BA872C4E39}" destId="{DEC7560D-6344-4D60-B8AA-668C27F275B4}" srcOrd="0" destOrd="0" presId="urn:microsoft.com/office/officeart/2005/8/layout/vProcess5"/>
    <dgm:cxn modelId="{2B9E0B86-F313-4E7E-A5BD-844CE0ED3174}" type="presOf" srcId="{37266F80-7C34-4CA4-AD18-1F345C57CCA1}" destId="{CAA39DC5-98FB-422D-A119-461B1AC870A7}" srcOrd="1" destOrd="0" presId="urn:microsoft.com/office/officeart/2005/8/layout/vProcess5"/>
    <dgm:cxn modelId="{057F3FA6-3B63-4C01-B4F3-5CEF1728ABF1}" type="presOf" srcId="{D36D458F-D638-4AF6-83DB-FFC6C8A5ACE8}" destId="{DDA5C3AF-FAEE-4AB5-ABD2-03A605ABF4F9}" srcOrd="0" destOrd="0" presId="urn:microsoft.com/office/officeart/2005/8/layout/vProcess5"/>
    <dgm:cxn modelId="{5A5638AB-AA51-479F-94E6-B43DD7743F25}" type="presOf" srcId="{1322F393-0EE6-4015-9277-926EA0BD57A9}" destId="{B50809B9-AC69-4155-BAC5-112462016730}" srcOrd="0" destOrd="0" presId="urn:microsoft.com/office/officeart/2005/8/layout/vProcess5"/>
    <dgm:cxn modelId="{81A345B4-159C-4954-A9F2-E692E64E1BBC}" type="presOf" srcId="{83CED97E-EC43-4556-9E39-62DFAAC53D08}" destId="{375FA67E-4FEE-41AE-AD2A-E5E1F1F9C037}" srcOrd="0" destOrd="0" presId="urn:microsoft.com/office/officeart/2005/8/layout/vProcess5"/>
    <dgm:cxn modelId="{768F57B7-6D8C-44C6-8EBF-D6F91666E7F2}" srcId="{2A9CD1C7-0AB4-45F5-BDC7-04DCEF43D347}" destId="{F1C8E7FB-A538-428B-A50F-79F49A96F17B}" srcOrd="0" destOrd="0" parTransId="{EE74A38A-4582-48AF-80DC-42281070ED3B}" sibTransId="{C397B4DB-DD53-4C61-833F-E5BA872C4E39}"/>
    <dgm:cxn modelId="{90ABE9CE-DA50-4FFA-B7AD-913E2FE45BB5}" srcId="{2A9CD1C7-0AB4-45F5-BDC7-04DCEF43D347}" destId="{37266F80-7C34-4CA4-AD18-1F345C57CCA1}" srcOrd="3" destOrd="0" parTransId="{AC12F818-1C3D-4A9B-9F8C-DB8761713146}" sibTransId="{854DC176-803F-44C0-9D07-03667274BF29}"/>
    <dgm:cxn modelId="{17C765E1-3A11-4C5D-8E9F-00307771CD1C}" type="presOf" srcId="{83CED97E-EC43-4556-9E39-62DFAAC53D08}" destId="{EDEC2B65-05AE-43C1-8F93-4E00F7E9530E}" srcOrd="1" destOrd="0" presId="urn:microsoft.com/office/officeart/2005/8/layout/vProcess5"/>
    <dgm:cxn modelId="{97B49CE5-8F03-4148-BD8F-76D939760B2C}" type="presOf" srcId="{37266F80-7C34-4CA4-AD18-1F345C57CCA1}" destId="{984EACAA-B26F-463A-88F6-D1468FA46C23}" srcOrd="0" destOrd="0" presId="urn:microsoft.com/office/officeart/2005/8/layout/vProcess5"/>
    <dgm:cxn modelId="{168A55EE-4E6E-4B5D-AAB2-002AB3BB0E09}" type="presOf" srcId="{F1C8E7FB-A538-428B-A50F-79F49A96F17B}" destId="{C8702231-759B-4DAB-9594-606F19C4BD4B}" srcOrd="0" destOrd="0" presId="urn:microsoft.com/office/officeart/2005/8/layout/vProcess5"/>
    <dgm:cxn modelId="{1871CEF5-7314-403E-A151-4CB5B7FBDC91}" type="presOf" srcId="{F1C8E7FB-A538-428B-A50F-79F49A96F17B}" destId="{D2EF2F5E-4BEF-4A34-A0C2-9908080BBC00}" srcOrd="1" destOrd="0" presId="urn:microsoft.com/office/officeart/2005/8/layout/vProcess5"/>
    <dgm:cxn modelId="{CE187CFA-97CD-4EF1-B498-50409E0D2D05}" type="presOf" srcId="{D36D458F-D638-4AF6-83DB-FFC6C8A5ACE8}" destId="{A2832994-B2F6-4761-8E6E-A7788C85474F}" srcOrd="1" destOrd="0" presId="urn:microsoft.com/office/officeart/2005/8/layout/vProcess5"/>
    <dgm:cxn modelId="{5EAF2026-B6B0-4171-AB2C-58510FD24305}" type="presParOf" srcId="{73B00AAB-C019-42B2-B04A-12F228763688}" destId="{FB66D070-337D-45C0-AA17-98ACBAF40B79}" srcOrd="0" destOrd="0" presId="urn:microsoft.com/office/officeart/2005/8/layout/vProcess5"/>
    <dgm:cxn modelId="{B04BA783-CFAC-4899-A72D-01BFC8812616}" type="presParOf" srcId="{73B00AAB-C019-42B2-B04A-12F228763688}" destId="{C8702231-759B-4DAB-9594-606F19C4BD4B}" srcOrd="1" destOrd="0" presId="urn:microsoft.com/office/officeart/2005/8/layout/vProcess5"/>
    <dgm:cxn modelId="{AFC801EF-1FA1-4975-BDA1-7DC19A043494}" type="presParOf" srcId="{73B00AAB-C019-42B2-B04A-12F228763688}" destId="{375FA67E-4FEE-41AE-AD2A-E5E1F1F9C037}" srcOrd="2" destOrd="0" presId="urn:microsoft.com/office/officeart/2005/8/layout/vProcess5"/>
    <dgm:cxn modelId="{D913A791-3027-4C65-ACEB-A1F54259D5CF}" type="presParOf" srcId="{73B00AAB-C019-42B2-B04A-12F228763688}" destId="{DDA5C3AF-FAEE-4AB5-ABD2-03A605ABF4F9}" srcOrd="3" destOrd="0" presId="urn:microsoft.com/office/officeart/2005/8/layout/vProcess5"/>
    <dgm:cxn modelId="{E743AE6F-38F6-461A-A029-A18E49A3A88D}" type="presParOf" srcId="{73B00AAB-C019-42B2-B04A-12F228763688}" destId="{984EACAA-B26F-463A-88F6-D1468FA46C23}" srcOrd="4" destOrd="0" presId="urn:microsoft.com/office/officeart/2005/8/layout/vProcess5"/>
    <dgm:cxn modelId="{7A6F9EAA-1623-4BC3-B75A-6971717E94E8}" type="presParOf" srcId="{73B00AAB-C019-42B2-B04A-12F228763688}" destId="{DEC7560D-6344-4D60-B8AA-668C27F275B4}" srcOrd="5" destOrd="0" presId="urn:microsoft.com/office/officeart/2005/8/layout/vProcess5"/>
    <dgm:cxn modelId="{7674B247-E3F1-4D46-BCF7-34E25223BC74}" type="presParOf" srcId="{73B00AAB-C019-42B2-B04A-12F228763688}" destId="{129D0686-2142-488A-A9A4-3390B411B07A}" srcOrd="6" destOrd="0" presId="urn:microsoft.com/office/officeart/2005/8/layout/vProcess5"/>
    <dgm:cxn modelId="{B300C0D7-C3E8-4191-B919-7C5B8908F5E4}" type="presParOf" srcId="{73B00AAB-C019-42B2-B04A-12F228763688}" destId="{B50809B9-AC69-4155-BAC5-112462016730}" srcOrd="7" destOrd="0" presId="urn:microsoft.com/office/officeart/2005/8/layout/vProcess5"/>
    <dgm:cxn modelId="{A6E2B938-F369-4E72-A91D-2DF1257445E5}" type="presParOf" srcId="{73B00AAB-C019-42B2-B04A-12F228763688}" destId="{D2EF2F5E-4BEF-4A34-A0C2-9908080BBC00}" srcOrd="8" destOrd="0" presId="urn:microsoft.com/office/officeart/2005/8/layout/vProcess5"/>
    <dgm:cxn modelId="{4B6972A4-FD69-4E06-BA11-7A1E18A971D5}" type="presParOf" srcId="{73B00AAB-C019-42B2-B04A-12F228763688}" destId="{EDEC2B65-05AE-43C1-8F93-4E00F7E9530E}" srcOrd="9" destOrd="0" presId="urn:microsoft.com/office/officeart/2005/8/layout/vProcess5"/>
    <dgm:cxn modelId="{773B0481-C045-493A-B63F-88233970646D}" type="presParOf" srcId="{73B00AAB-C019-42B2-B04A-12F228763688}" destId="{A2832994-B2F6-4761-8E6E-A7788C85474F}" srcOrd="10" destOrd="0" presId="urn:microsoft.com/office/officeart/2005/8/layout/vProcess5"/>
    <dgm:cxn modelId="{907B204C-9CAC-4C93-A682-269DB50C6191}" type="presParOf" srcId="{73B00AAB-C019-42B2-B04A-12F228763688}" destId="{CAA39DC5-98FB-422D-A119-461B1AC870A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69B628-8B78-46A0-AB19-725C5B73E2D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BE"/>
        </a:p>
      </dgm:t>
    </dgm:pt>
    <dgm:pt modelId="{F23DC113-FC65-4AA7-9DC0-3AB823887DB4}">
      <dgm:prSet custT="1"/>
      <dgm:spPr/>
      <dgm:t>
        <a:bodyPr/>
        <a:lstStyle/>
        <a:p>
          <a:r>
            <a:rPr lang="fr-BE" sz="800" dirty="0"/>
            <a:t>📊 </a:t>
          </a:r>
          <a:r>
            <a:rPr lang="en-US" sz="1800" dirty="0"/>
            <a:t>Dataset size: approximately 500–10</a:t>
          </a:r>
          <a:r>
            <a:rPr lang="ro-RO" sz="1800" dirty="0"/>
            <a:t>20</a:t>
          </a:r>
          <a:r>
            <a:rPr lang="en-US" sz="1800" dirty="0"/>
            <a:t> observations</a:t>
          </a:r>
          <a:endParaRPr lang="fr-BE" sz="1800" dirty="0"/>
        </a:p>
      </dgm:t>
    </dgm:pt>
    <dgm:pt modelId="{31A09990-6B45-49E2-88EC-EF645C824D22}" type="parTrans" cxnId="{895726D0-6DA2-4295-8694-229E1CF393DF}">
      <dgm:prSet/>
      <dgm:spPr/>
      <dgm:t>
        <a:bodyPr/>
        <a:lstStyle/>
        <a:p>
          <a:endParaRPr lang="fr-BE"/>
        </a:p>
      </dgm:t>
    </dgm:pt>
    <dgm:pt modelId="{4E965EA0-EB44-40FE-8653-DFDA358F27D1}" type="sibTrans" cxnId="{895726D0-6DA2-4295-8694-229E1CF393DF}">
      <dgm:prSet/>
      <dgm:spPr/>
      <dgm:t>
        <a:bodyPr/>
        <a:lstStyle/>
        <a:p>
          <a:endParaRPr lang="fr-BE"/>
        </a:p>
      </dgm:t>
    </dgm:pt>
    <dgm:pt modelId="{E1B29C19-55E0-4A71-86F5-2AE51F1A2EB5}">
      <dgm:prSet custT="1"/>
      <dgm:spPr/>
      <dgm:t>
        <a:bodyPr/>
        <a:lstStyle/>
        <a:p>
          <a:r>
            <a:rPr lang="fr-BE" sz="2000" dirty="0"/>
            <a:t>📁 Main variables</a:t>
          </a:r>
          <a:r>
            <a:rPr lang="ro-RO" sz="800" dirty="0"/>
            <a:t>:</a:t>
          </a:r>
          <a:endParaRPr lang="fr-BE" sz="800" dirty="0"/>
        </a:p>
      </dgm:t>
    </dgm:pt>
    <dgm:pt modelId="{C901609D-65F7-4B01-984E-2B854847338B}" type="parTrans" cxnId="{E854EFE1-BEF8-4C11-ABEE-374251D54C67}">
      <dgm:prSet/>
      <dgm:spPr/>
      <dgm:t>
        <a:bodyPr/>
        <a:lstStyle/>
        <a:p>
          <a:endParaRPr lang="fr-BE"/>
        </a:p>
      </dgm:t>
    </dgm:pt>
    <dgm:pt modelId="{FAC7F90F-DFF5-451F-849A-AD66B5036B02}" type="sibTrans" cxnId="{E854EFE1-BEF8-4C11-ABEE-374251D54C67}">
      <dgm:prSet/>
      <dgm:spPr/>
      <dgm:t>
        <a:bodyPr/>
        <a:lstStyle/>
        <a:p>
          <a:endParaRPr lang="fr-BE"/>
        </a:p>
      </dgm:t>
    </dgm:pt>
    <dgm:pt modelId="{F6801950-88C0-412A-AF9F-609FC8C3B73D}">
      <dgm:prSet custT="1"/>
      <dgm:spPr/>
      <dgm:t>
        <a:bodyPr/>
        <a:lstStyle/>
        <a:p>
          <a:r>
            <a:rPr lang="fr-BE" sz="800" dirty="0"/>
            <a:t>- </a:t>
          </a:r>
          <a:r>
            <a:rPr lang="fr-BE" sz="1800" dirty="0" err="1"/>
            <a:t>price</a:t>
          </a:r>
          <a:r>
            <a:rPr lang="fr-BE" sz="1800" dirty="0"/>
            <a:t>: phone </a:t>
          </a:r>
          <a:r>
            <a:rPr lang="fr-BE" sz="1800" dirty="0" err="1"/>
            <a:t>pric</a:t>
          </a:r>
          <a:r>
            <a:rPr lang="ro-RO" sz="1800" dirty="0"/>
            <a:t>e</a:t>
          </a:r>
        </a:p>
        <a:p>
          <a:r>
            <a:rPr lang="fr-BE" sz="1800" dirty="0" err="1"/>
            <a:t>storage</a:t>
          </a:r>
          <a:r>
            <a:rPr lang="fr-BE" sz="1800" dirty="0"/>
            <a:t>: </a:t>
          </a:r>
          <a:r>
            <a:rPr lang="fr-BE" sz="1800" dirty="0" err="1"/>
            <a:t>storage</a:t>
          </a:r>
          <a:r>
            <a:rPr lang="fr-BE" sz="1800" dirty="0"/>
            <a:t> </a:t>
          </a:r>
          <a:r>
            <a:rPr lang="fr-BE" sz="1800" dirty="0" err="1"/>
            <a:t>capacity</a:t>
          </a:r>
          <a:r>
            <a:rPr lang="fr-BE" sz="1800" dirty="0"/>
            <a:t> (GB</a:t>
          </a:r>
          <a:r>
            <a:rPr lang="ro-RO" sz="1800" dirty="0"/>
            <a:t>)</a:t>
          </a:r>
        </a:p>
        <a:p>
          <a:r>
            <a:rPr lang="fr-BE" sz="1800" dirty="0"/>
            <a:t>- ram: RAM size (GB</a:t>
          </a:r>
          <a:r>
            <a:rPr lang="ro-RO" sz="1800" dirty="0"/>
            <a:t>)</a:t>
          </a:r>
        </a:p>
        <a:p>
          <a:r>
            <a:rPr lang="fr-BE" sz="1800" dirty="0"/>
            <a:t>- brand: phone brand (Samsung, Xiaomi, </a:t>
          </a:r>
          <a:r>
            <a:rPr lang="fr-BE" sz="1800" dirty="0" err="1"/>
            <a:t>etc</a:t>
          </a:r>
          <a:endParaRPr lang="fr-BE" sz="1800" dirty="0"/>
        </a:p>
      </dgm:t>
    </dgm:pt>
    <dgm:pt modelId="{7DEC50D4-008A-4365-ADCD-F703B1EA88E8}" type="parTrans" cxnId="{C369DC9D-83A2-47B2-90B2-F23128315163}">
      <dgm:prSet/>
      <dgm:spPr/>
      <dgm:t>
        <a:bodyPr/>
        <a:lstStyle/>
        <a:p>
          <a:endParaRPr lang="fr-BE"/>
        </a:p>
      </dgm:t>
    </dgm:pt>
    <dgm:pt modelId="{51A68652-DD6C-4469-BB98-6F096DA1EB0D}" type="sibTrans" cxnId="{C369DC9D-83A2-47B2-90B2-F23128315163}">
      <dgm:prSet/>
      <dgm:spPr/>
      <dgm:t>
        <a:bodyPr/>
        <a:lstStyle/>
        <a:p>
          <a:endParaRPr lang="fr-BE"/>
        </a:p>
      </dgm:t>
    </dgm:pt>
    <dgm:pt modelId="{45C2D8C7-B7CC-4BA1-98E7-A3ECC3656022}">
      <dgm:prSet/>
      <dgm:spPr/>
      <dgm:t>
        <a:bodyPr/>
        <a:lstStyle/>
        <a:p>
          <a:r>
            <a:rPr lang="fr-BE" dirty="0"/>
            <a:t>📈 </a:t>
          </a:r>
          <a:r>
            <a:rPr lang="en-US" dirty="0"/>
            <a:t>The dataset was cleaned and prepared for statistical analysis.</a:t>
          </a:r>
          <a:endParaRPr lang="fr-BE" dirty="0"/>
        </a:p>
      </dgm:t>
    </dgm:pt>
    <dgm:pt modelId="{C28600C3-6267-4F3A-8610-8A33D3D247CD}" type="parTrans" cxnId="{BA5DEBDA-3F86-45AD-9381-3CDD611B259A}">
      <dgm:prSet/>
      <dgm:spPr/>
      <dgm:t>
        <a:bodyPr/>
        <a:lstStyle/>
        <a:p>
          <a:endParaRPr lang="fr-BE"/>
        </a:p>
      </dgm:t>
    </dgm:pt>
    <dgm:pt modelId="{5D375684-6CAC-480A-89AB-4B1D607E45A2}" type="sibTrans" cxnId="{BA5DEBDA-3F86-45AD-9381-3CDD611B259A}">
      <dgm:prSet/>
      <dgm:spPr/>
      <dgm:t>
        <a:bodyPr/>
        <a:lstStyle/>
        <a:p>
          <a:endParaRPr lang="fr-BE"/>
        </a:p>
      </dgm:t>
    </dgm:pt>
    <dgm:pt modelId="{EF4BFABB-CA72-4AA7-9FE1-28EF17F385AF}" type="pres">
      <dgm:prSet presAssocID="{2E69B628-8B78-46A0-AB19-725C5B73E2D8}" presName="Name0" presStyleCnt="0">
        <dgm:presLayoutVars>
          <dgm:chMax val="7"/>
          <dgm:chPref val="7"/>
          <dgm:dir/>
        </dgm:presLayoutVars>
      </dgm:prSet>
      <dgm:spPr/>
    </dgm:pt>
    <dgm:pt modelId="{B797E2C0-FAAC-4490-9906-4181A6D7E0C1}" type="pres">
      <dgm:prSet presAssocID="{2E69B628-8B78-46A0-AB19-725C5B73E2D8}" presName="Name1" presStyleCnt="0"/>
      <dgm:spPr/>
    </dgm:pt>
    <dgm:pt modelId="{F6AD6439-2CC8-46FC-8209-2F31C2FB2714}" type="pres">
      <dgm:prSet presAssocID="{2E69B628-8B78-46A0-AB19-725C5B73E2D8}" presName="cycle" presStyleCnt="0"/>
      <dgm:spPr/>
    </dgm:pt>
    <dgm:pt modelId="{DF4CF914-EBF6-4540-9D27-0053A6117707}" type="pres">
      <dgm:prSet presAssocID="{2E69B628-8B78-46A0-AB19-725C5B73E2D8}" presName="srcNode" presStyleLbl="node1" presStyleIdx="0" presStyleCnt="4"/>
      <dgm:spPr/>
    </dgm:pt>
    <dgm:pt modelId="{7573F616-2EB6-459D-BD03-98FA7D769E43}" type="pres">
      <dgm:prSet presAssocID="{2E69B628-8B78-46A0-AB19-725C5B73E2D8}" presName="conn" presStyleLbl="parChTrans1D2" presStyleIdx="0" presStyleCnt="1"/>
      <dgm:spPr/>
    </dgm:pt>
    <dgm:pt modelId="{FB1FB59E-508A-49D5-9653-95D04118D8CD}" type="pres">
      <dgm:prSet presAssocID="{2E69B628-8B78-46A0-AB19-725C5B73E2D8}" presName="extraNode" presStyleLbl="node1" presStyleIdx="0" presStyleCnt="4"/>
      <dgm:spPr/>
    </dgm:pt>
    <dgm:pt modelId="{E5FC9996-3899-4FD7-90BD-038FC040D7CE}" type="pres">
      <dgm:prSet presAssocID="{2E69B628-8B78-46A0-AB19-725C5B73E2D8}" presName="dstNode" presStyleLbl="node1" presStyleIdx="0" presStyleCnt="4"/>
      <dgm:spPr/>
    </dgm:pt>
    <dgm:pt modelId="{22BB36AD-F1EF-4A1B-9EA8-6AB25FE4929C}" type="pres">
      <dgm:prSet presAssocID="{F23DC113-FC65-4AA7-9DC0-3AB823887DB4}" presName="text_1" presStyleLbl="node1" presStyleIdx="0" presStyleCnt="4">
        <dgm:presLayoutVars>
          <dgm:bulletEnabled val="1"/>
        </dgm:presLayoutVars>
      </dgm:prSet>
      <dgm:spPr/>
    </dgm:pt>
    <dgm:pt modelId="{FD07B3AA-E7B1-4E3F-94D6-5FEDAC2020A0}" type="pres">
      <dgm:prSet presAssocID="{F23DC113-FC65-4AA7-9DC0-3AB823887DB4}" presName="accent_1" presStyleCnt="0"/>
      <dgm:spPr/>
    </dgm:pt>
    <dgm:pt modelId="{42D9FA25-4FA9-411B-A1A7-1C32F269B5BB}" type="pres">
      <dgm:prSet presAssocID="{F23DC113-FC65-4AA7-9DC0-3AB823887DB4}" presName="accentRepeatNode" presStyleLbl="solidFgAcc1" presStyleIdx="0" presStyleCnt="4"/>
      <dgm:spPr/>
    </dgm:pt>
    <dgm:pt modelId="{9C98867A-2D49-4BC0-A662-A45AD7B56770}" type="pres">
      <dgm:prSet presAssocID="{E1B29C19-55E0-4A71-86F5-2AE51F1A2EB5}" presName="text_2" presStyleLbl="node1" presStyleIdx="1" presStyleCnt="4" custScaleY="78981" custLinFactNeighborX="772" custLinFactNeighborY="-25041">
        <dgm:presLayoutVars>
          <dgm:bulletEnabled val="1"/>
        </dgm:presLayoutVars>
      </dgm:prSet>
      <dgm:spPr/>
    </dgm:pt>
    <dgm:pt modelId="{26BB7C45-E3D6-4888-9436-DDC4408EB013}" type="pres">
      <dgm:prSet presAssocID="{E1B29C19-55E0-4A71-86F5-2AE51F1A2EB5}" presName="accent_2" presStyleCnt="0"/>
      <dgm:spPr/>
    </dgm:pt>
    <dgm:pt modelId="{0F57EC7A-547D-47EB-B9CF-52269B40DA4F}" type="pres">
      <dgm:prSet presAssocID="{E1B29C19-55E0-4A71-86F5-2AE51F1A2EB5}" presName="accentRepeatNode" presStyleLbl="solidFgAcc1" presStyleIdx="1" presStyleCnt="4"/>
      <dgm:spPr/>
    </dgm:pt>
    <dgm:pt modelId="{3CE2D0FA-7042-4DD8-8A90-C4DC309FFAB9}" type="pres">
      <dgm:prSet presAssocID="{F6801950-88C0-412A-AF9F-609FC8C3B73D}" presName="text_3" presStyleLbl="node1" presStyleIdx="2" presStyleCnt="4" custScaleY="206002" custLinFactNeighborX="757" custLinFactNeighborY="-2433">
        <dgm:presLayoutVars>
          <dgm:bulletEnabled val="1"/>
        </dgm:presLayoutVars>
      </dgm:prSet>
      <dgm:spPr/>
    </dgm:pt>
    <dgm:pt modelId="{9434974E-8ECE-45C2-96DA-AC8EBD297D8F}" type="pres">
      <dgm:prSet presAssocID="{F6801950-88C0-412A-AF9F-609FC8C3B73D}" presName="accent_3" presStyleCnt="0"/>
      <dgm:spPr/>
    </dgm:pt>
    <dgm:pt modelId="{5B49AB4A-200F-4AA0-981D-FDF5E0972C9C}" type="pres">
      <dgm:prSet presAssocID="{F6801950-88C0-412A-AF9F-609FC8C3B73D}" presName="accentRepeatNode" presStyleLbl="solidFgAcc1" presStyleIdx="2" presStyleCnt="4"/>
      <dgm:spPr/>
    </dgm:pt>
    <dgm:pt modelId="{C17228B9-A774-4546-BE64-05740A7E3C71}" type="pres">
      <dgm:prSet presAssocID="{45C2D8C7-B7CC-4BA1-98E7-A3ECC3656022}" presName="text_4" presStyleLbl="node1" presStyleIdx="3" presStyleCnt="4" custLinFactNeighborX="-305" custLinFactNeighborY="25654">
        <dgm:presLayoutVars>
          <dgm:bulletEnabled val="1"/>
        </dgm:presLayoutVars>
      </dgm:prSet>
      <dgm:spPr/>
    </dgm:pt>
    <dgm:pt modelId="{46D4820A-54AB-47DF-AB3A-F3A9C24C1FBE}" type="pres">
      <dgm:prSet presAssocID="{45C2D8C7-B7CC-4BA1-98E7-A3ECC3656022}" presName="accent_4" presStyleCnt="0"/>
      <dgm:spPr/>
    </dgm:pt>
    <dgm:pt modelId="{3876916A-AC34-4C9E-A20C-243F1BEB3093}" type="pres">
      <dgm:prSet presAssocID="{45C2D8C7-B7CC-4BA1-98E7-A3ECC3656022}" presName="accentRepeatNode" presStyleLbl="solidFgAcc1" presStyleIdx="3" presStyleCnt="4"/>
      <dgm:spPr/>
    </dgm:pt>
  </dgm:ptLst>
  <dgm:cxnLst>
    <dgm:cxn modelId="{0A9A0204-03E6-4394-9027-70391A00965F}" type="presOf" srcId="{2E69B628-8B78-46A0-AB19-725C5B73E2D8}" destId="{EF4BFABB-CA72-4AA7-9FE1-28EF17F385AF}" srcOrd="0" destOrd="0" presId="urn:microsoft.com/office/officeart/2008/layout/VerticalCurvedList"/>
    <dgm:cxn modelId="{352BA630-A57C-4171-9AAA-1B8A0D69F600}" type="presOf" srcId="{F6801950-88C0-412A-AF9F-609FC8C3B73D}" destId="{3CE2D0FA-7042-4DD8-8A90-C4DC309FFAB9}" srcOrd="0" destOrd="0" presId="urn:microsoft.com/office/officeart/2008/layout/VerticalCurvedList"/>
    <dgm:cxn modelId="{606E8B3A-1288-4C7C-AA65-61F3C13C2994}" type="presOf" srcId="{4E965EA0-EB44-40FE-8653-DFDA358F27D1}" destId="{7573F616-2EB6-459D-BD03-98FA7D769E43}" srcOrd="0" destOrd="0" presId="urn:microsoft.com/office/officeart/2008/layout/VerticalCurvedList"/>
    <dgm:cxn modelId="{F4271F8D-1084-4426-8ACC-11B6C2FE1E25}" type="presOf" srcId="{45C2D8C7-B7CC-4BA1-98E7-A3ECC3656022}" destId="{C17228B9-A774-4546-BE64-05740A7E3C71}" srcOrd="0" destOrd="0" presId="urn:microsoft.com/office/officeart/2008/layout/VerticalCurvedList"/>
    <dgm:cxn modelId="{C369DC9D-83A2-47B2-90B2-F23128315163}" srcId="{2E69B628-8B78-46A0-AB19-725C5B73E2D8}" destId="{F6801950-88C0-412A-AF9F-609FC8C3B73D}" srcOrd="2" destOrd="0" parTransId="{7DEC50D4-008A-4365-ADCD-F703B1EA88E8}" sibTransId="{51A68652-DD6C-4469-BB98-6F096DA1EB0D}"/>
    <dgm:cxn modelId="{D3D2F3A9-1F7C-4572-B224-BB45B96DFD0B}" type="presOf" srcId="{E1B29C19-55E0-4A71-86F5-2AE51F1A2EB5}" destId="{9C98867A-2D49-4BC0-A662-A45AD7B56770}" srcOrd="0" destOrd="0" presId="urn:microsoft.com/office/officeart/2008/layout/VerticalCurvedList"/>
    <dgm:cxn modelId="{7EA4FDC8-6ED7-44A8-B273-CA3244500996}" type="presOf" srcId="{F23DC113-FC65-4AA7-9DC0-3AB823887DB4}" destId="{22BB36AD-F1EF-4A1B-9EA8-6AB25FE4929C}" srcOrd="0" destOrd="0" presId="urn:microsoft.com/office/officeart/2008/layout/VerticalCurvedList"/>
    <dgm:cxn modelId="{895726D0-6DA2-4295-8694-229E1CF393DF}" srcId="{2E69B628-8B78-46A0-AB19-725C5B73E2D8}" destId="{F23DC113-FC65-4AA7-9DC0-3AB823887DB4}" srcOrd="0" destOrd="0" parTransId="{31A09990-6B45-49E2-88EC-EF645C824D22}" sibTransId="{4E965EA0-EB44-40FE-8653-DFDA358F27D1}"/>
    <dgm:cxn modelId="{BA5DEBDA-3F86-45AD-9381-3CDD611B259A}" srcId="{2E69B628-8B78-46A0-AB19-725C5B73E2D8}" destId="{45C2D8C7-B7CC-4BA1-98E7-A3ECC3656022}" srcOrd="3" destOrd="0" parTransId="{C28600C3-6267-4F3A-8610-8A33D3D247CD}" sibTransId="{5D375684-6CAC-480A-89AB-4B1D607E45A2}"/>
    <dgm:cxn modelId="{E854EFE1-BEF8-4C11-ABEE-374251D54C67}" srcId="{2E69B628-8B78-46A0-AB19-725C5B73E2D8}" destId="{E1B29C19-55E0-4A71-86F5-2AE51F1A2EB5}" srcOrd="1" destOrd="0" parTransId="{C901609D-65F7-4B01-984E-2B854847338B}" sibTransId="{FAC7F90F-DFF5-451F-849A-AD66B5036B02}"/>
    <dgm:cxn modelId="{850AADF8-E770-40B4-9A06-D21569934F33}" type="presParOf" srcId="{EF4BFABB-CA72-4AA7-9FE1-28EF17F385AF}" destId="{B797E2C0-FAAC-4490-9906-4181A6D7E0C1}" srcOrd="0" destOrd="0" presId="urn:microsoft.com/office/officeart/2008/layout/VerticalCurvedList"/>
    <dgm:cxn modelId="{656A36B4-26E1-4BD2-9B10-496CECF0E8BE}" type="presParOf" srcId="{B797E2C0-FAAC-4490-9906-4181A6D7E0C1}" destId="{F6AD6439-2CC8-46FC-8209-2F31C2FB2714}" srcOrd="0" destOrd="0" presId="urn:microsoft.com/office/officeart/2008/layout/VerticalCurvedList"/>
    <dgm:cxn modelId="{C7629188-8EF1-403B-93CA-0A5B5F18171E}" type="presParOf" srcId="{F6AD6439-2CC8-46FC-8209-2F31C2FB2714}" destId="{DF4CF914-EBF6-4540-9D27-0053A6117707}" srcOrd="0" destOrd="0" presId="urn:microsoft.com/office/officeart/2008/layout/VerticalCurvedList"/>
    <dgm:cxn modelId="{3EEF2A47-34E4-49C7-8394-BC9EF1101928}" type="presParOf" srcId="{F6AD6439-2CC8-46FC-8209-2F31C2FB2714}" destId="{7573F616-2EB6-459D-BD03-98FA7D769E43}" srcOrd="1" destOrd="0" presId="urn:microsoft.com/office/officeart/2008/layout/VerticalCurvedList"/>
    <dgm:cxn modelId="{9A94F8DD-0629-46DB-90CB-4CE1FCD40844}" type="presParOf" srcId="{F6AD6439-2CC8-46FC-8209-2F31C2FB2714}" destId="{FB1FB59E-508A-49D5-9653-95D04118D8CD}" srcOrd="2" destOrd="0" presId="urn:microsoft.com/office/officeart/2008/layout/VerticalCurvedList"/>
    <dgm:cxn modelId="{D299ED5E-6A68-4467-B92D-DE2F4E40C166}" type="presParOf" srcId="{F6AD6439-2CC8-46FC-8209-2F31C2FB2714}" destId="{E5FC9996-3899-4FD7-90BD-038FC040D7CE}" srcOrd="3" destOrd="0" presId="urn:microsoft.com/office/officeart/2008/layout/VerticalCurvedList"/>
    <dgm:cxn modelId="{D76EFF6E-901B-44D8-914D-217B69C8A8CA}" type="presParOf" srcId="{B797E2C0-FAAC-4490-9906-4181A6D7E0C1}" destId="{22BB36AD-F1EF-4A1B-9EA8-6AB25FE4929C}" srcOrd="1" destOrd="0" presId="urn:microsoft.com/office/officeart/2008/layout/VerticalCurvedList"/>
    <dgm:cxn modelId="{A732A8FB-5CCE-406C-A178-096B5FA3D13F}" type="presParOf" srcId="{B797E2C0-FAAC-4490-9906-4181A6D7E0C1}" destId="{FD07B3AA-E7B1-4E3F-94D6-5FEDAC2020A0}" srcOrd="2" destOrd="0" presId="urn:microsoft.com/office/officeart/2008/layout/VerticalCurvedList"/>
    <dgm:cxn modelId="{6E0CBC49-2912-45F4-8F79-70164C28250F}" type="presParOf" srcId="{FD07B3AA-E7B1-4E3F-94D6-5FEDAC2020A0}" destId="{42D9FA25-4FA9-411B-A1A7-1C32F269B5BB}" srcOrd="0" destOrd="0" presId="urn:microsoft.com/office/officeart/2008/layout/VerticalCurvedList"/>
    <dgm:cxn modelId="{953B31AF-0B31-45D8-BDEA-A761E399E261}" type="presParOf" srcId="{B797E2C0-FAAC-4490-9906-4181A6D7E0C1}" destId="{9C98867A-2D49-4BC0-A662-A45AD7B56770}" srcOrd="3" destOrd="0" presId="urn:microsoft.com/office/officeart/2008/layout/VerticalCurvedList"/>
    <dgm:cxn modelId="{C408514B-1B3E-46C8-B7AE-153371D1BFCC}" type="presParOf" srcId="{B797E2C0-FAAC-4490-9906-4181A6D7E0C1}" destId="{26BB7C45-E3D6-4888-9436-DDC4408EB013}" srcOrd="4" destOrd="0" presId="urn:microsoft.com/office/officeart/2008/layout/VerticalCurvedList"/>
    <dgm:cxn modelId="{E46D010B-190E-4CEF-8F3F-86530B86E923}" type="presParOf" srcId="{26BB7C45-E3D6-4888-9436-DDC4408EB013}" destId="{0F57EC7A-547D-47EB-B9CF-52269B40DA4F}" srcOrd="0" destOrd="0" presId="urn:microsoft.com/office/officeart/2008/layout/VerticalCurvedList"/>
    <dgm:cxn modelId="{DA6D0E43-2972-4DA7-8F12-11DDD4A10801}" type="presParOf" srcId="{B797E2C0-FAAC-4490-9906-4181A6D7E0C1}" destId="{3CE2D0FA-7042-4DD8-8A90-C4DC309FFAB9}" srcOrd="5" destOrd="0" presId="urn:microsoft.com/office/officeart/2008/layout/VerticalCurvedList"/>
    <dgm:cxn modelId="{E793175E-6B77-472A-9B80-1423551826EB}" type="presParOf" srcId="{B797E2C0-FAAC-4490-9906-4181A6D7E0C1}" destId="{9434974E-8ECE-45C2-96DA-AC8EBD297D8F}" srcOrd="6" destOrd="0" presId="urn:microsoft.com/office/officeart/2008/layout/VerticalCurvedList"/>
    <dgm:cxn modelId="{AB37F903-560C-409D-BF5F-C18C27FA5753}" type="presParOf" srcId="{9434974E-8ECE-45C2-96DA-AC8EBD297D8F}" destId="{5B49AB4A-200F-4AA0-981D-FDF5E0972C9C}" srcOrd="0" destOrd="0" presId="urn:microsoft.com/office/officeart/2008/layout/VerticalCurvedList"/>
    <dgm:cxn modelId="{B38B9FC3-30A2-4745-B1C0-8C8EA3C055B6}" type="presParOf" srcId="{B797E2C0-FAAC-4490-9906-4181A6D7E0C1}" destId="{C17228B9-A774-4546-BE64-05740A7E3C71}" srcOrd="7" destOrd="0" presId="urn:microsoft.com/office/officeart/2008/layout/VerticalCurvedList"/>
    <dgm:cxn modelId="{63D3FD97-C99C-4FC4-A537-6178AC3004D1}" type="presParOf" srcId="{B797E2C0-FAAC-4490-9906-4181A6D7E0C1}" destId="{46D4820A-54AB-47DF-AB3A-F3A9C24C1FBE}" srcOrd="8" destOrd="0" presId="urn:microsoft.com/office/officeart/2008/layout/VerticalCurvedList"/>
    <dgm:cxn modelId="{CB6E89F6-93ED-4923-8CD6-7B874A7D62E8}" type="presParOf" srcId="{46D4820A-54AB-47DF-AB3A-F3A9C24C1FBE}" destId="{3876916A-AC34-4C9E-A20C-243F1BEB309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651B4F-8113-4F4C-BAAA-DBB367572637}" type="doc">
      <dgm:prSet loTypeId="urn:microsoft.com/office/officeart/2005/8/layout/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fr-BE"/>
        </a:p>
      </dgm:t>
    </dgm:pt>
    <dgm:pt modelId="{E836BCE6-BC31-40B9-9A03-A19A887AEE52}">
      <dgm:prSet custT="1"/>
      <dgm:spPr/>
      <dgm:t>
        <a:bodyPr/>
        <a:lstStyle/>
        <a:p>
          <a:r>
            <a:rPr lang="fr-BE" sz="1600" dirty="0"/>
            <a:t>🔍 </a:t>
          </a:r>
          <a:r>
            <a:rPr lang="en-US" sz="1600" dirty="0"/>
            <a:t>Analysis of relationships between variables</a:t>
          </a:r>
          <a:r>
            <a:rPr lang="fr-BE" sz="1600" dirty="0"/>
            <a:t>:</a:t>
          </a:r>
        </a:p>
      </dgm:t>
    </dgm:pt>
    <dgm:pt modelId="{2354A059-6482-4138-B479-7845E3DFAEEA}" type="parTrans" cxnId="{F681EEDD-C4D6-4E51-85A4-2BD9C1195E35}">
      <dgm:prSet/>
      <dgm:spPr/>
      <dgm:t>
        <a:bodyPr/>
        <a:lstStyle/>
        <a:p>
          <a:endParaRPr lang="fr-BE"/>
        </a:p>
      </dgm:t>
    </dgm:pt>
    <dgm:pt modelId="{9A66909B-120C-4BBA-99A8-9F632E713E6F}" type="sibTrans" cxnId="{F681EEDD-C4D6-4E51-85A4-2BD9C1195E35}">
      <dgm:prSet/>
      <dgm:spPr/>
      <dgm:t>
        <a:bodyPr/>
        <a:lstStyle/>
        <a:p>
          <a:endParaRPr lang="fr-BE"/>
        </a:p>
      </dgm:t>
    </dgm:pt>
    <dgm:pt modelId="{567C1A3E-6B05-43BC-B0D1-39CC7F7A7273}">
      <dgm:prSet/>
      <dgm:spPr/>
      <dgm:t>
        <a:bodyPr/>
        <a:lstStyle/>
        <a:p>
          <a:r>
            <a:rPr lang="fr-BE" dirty="0"/>
            <a:t>- </a:t>
          </a:r>
          <a:r>
            <a:rPr lang="en-US" dirty="0"/>
            <a:t>Correlation between RAM and price</a:t>
          </a:r>
          <a:r>
            <a:rPr lang="ro-RO" dirty="0"/>
            <a:t>;</a:t>
          </a:r>
          <a:endParaRPr lang="fr-BE" dirty="0"/>
        </a:p>
      </dgm:t>
    </dgm:pt>
    <dgm:pt modelId="{5D748CE0-E993-4DA7-93A1-F9E612A0252A}" type="parTrans" cxnId="{6353135A-A14E-4130-A3DE-1D4059737D1D}">
      <dgm:prSet/>
      <dgm:spPr/>
      <dgm:t>
        <a:bodyPr/>
        <a:lstStyle/>
        <a:p>
          <a:endParaRPr lang="fr-BE"/>
        </a:p>
      </dgm:t>
    </dgm:pt>
    <dgm:pt modelId="{E3468865-79D9-419E-B7D2-CC0655D7642B}" type="sibTrans" cxnId="{6353135A-A14E-4130-A3DE-1D4059737D1D}">
      <dgm:prSet/>
      <dgm:spPr/>
      <dgm:t>
        <a:bodyPr/>
        <a:lstStyle/>
        <a:p>
          <a:endParaRPr lang="fr-BE"/>
        </a:p>
      </dgm:t>
    </dgm:pt>
    <dgm:pt modelId="{62BFED36-0DB1-402E-B62A-0FDBE15C68B8}">
      <dgm:prSet/>
      <dgm:spPr/>
      <dgm:t>
        <a:bodyPr/>
        <a:lstStyle/>
        <a:p>
          <a:r>
            <a:rPr lang="fr-BE" dirty="0"/>
            <a:t>- </a:t>
          </a:r>
          <a:r>
            <a:rPr lang="en-US" dirty="0"/>
            <a:t>Brand influence on average price</a:t>
          </a:r>
          <a:r>
            <a:rPr lang="ro-RO" dirty="0"/>
            <a:t>;</a:t>
          </a:r>
          <a:endParaRPr lang="fr-BE" dirty="0"/>
        </a:p>
      </dgm:t>
    </dgm:pt>
    <dgm:pt modelId="{4E522B05-B2D8-4AE0-8908-1EB576BFCF17}" type="parTrans" cxnId="{C1B5B765-BB56-45CD-92A0-5433BD0E1C24}">
      <dgm:prSet/>
      <dgm:spPr/>
      <dgm:t>
        <a:bodyPr/>
        <a:lstStyle/>
        <a:p>
          <a:endParaRPr lang="fr-BE"/>
        </a:p>
      </dgm:t>
    </dgm:pt>
    <dgm:pt modelId="{85D33CD4-1AB5-4808-BA03-F004FFE8F9A2}" type="sibTrans" cxnId="{C1B5B765-BB56-45CD-92A0-5433BD0E1C24}">
      <dgm:prSet/>
      <dgm:spPr/>
      <dgm:t>
        <a:bodyPr/>
        <a:lstStyle/>
        <a:p>
          <a:endParaRPr lang="fr-BE"/>
        </a:p>
      </dgm:t>
    </dgm:pt>
    <dgm:pt modelId="{70BC7FAE-3D8C-45C9-A343-50CF8CF624F7}">
      <dgm:prSet/>
      <dgm:spPr/>
      <dgm:t>
        <a:bodyPr/>
        <a:lstStyle/>
        <a:p>
          <a:r>
            <a:rPr lang="fr-BE" dirty="0"/>
            <a:t>- </a:t>
          </a:r>
          <a:r>
            <a:rPr lang="en-US" dirty="0"/>
            <a:t>Price distribution by product category</a:t>
          </a:r>
          <a:r>
            <a:rPr lang="ro-RO" dirty="0"/>
            <a:t>.</a:t>
          </a:r>
          <a:endParaRPr lang="fr-BE" dirty="0"/>
        </a:p>
      </dgm:t>
    </dgm:pt>
    <dgm:pt modelId="{0BB804C2-C567-4314-82EF-42D1C108608D}" type="parTrans" cxnId="{E1D5C6FF-5DC1-488B-ABE5-ECF6BDDF2B1D}">
      <dgm:prSet/>
      <dgm:spPr/>
      <dgm:t>
        <a:bodyPr/>
        <a:lstStyle/>
        <a:p>
          <a:endParaRPr lang="fr-BE"/>
        </a:p>
      </dgm:t>
    </dgm:pt>
    <dgm:pt modelId="{26F49762-64DB-486B-8DC3-4A2A3587CDE7}" type="sibTrans" cxnId="{E1D5C6FF-5DC1-488B-ABE5-ECF6BDDF2B1D}">
      <dgm:prSet/>
      <dgm:spPr/>
      <dgm:t>
        <a:bodyPr/>
        <a:lstStyle/>
        <a:p>
          <a:endParaRPr lang="fr-BE"/>
        </a:p>
      </dgm:t>
    </dgm:pt>
    <dgm:pt modelId="{BD6947CC-8D6A-486D-BF35-0DF980036944}">
      <dgm:prSet custT="1"/>
      <dgm:spPr/>
      <dgm:t>
        <a:bodyPr/>
        <a:lstStyle/>
        <a:p>
          <a:r>
            <a:rPr lang="fr-BE" sz="1300" dirty="0"/>
            <a:t>📉 </a:t>
          </a:r>
          <a:r>
            <a:rPr lang="en-US" sz="1600" dirty="0"/>
            <a:t>Visualizations used: histograms, boxplots, scatter plots.</a:t>
          </a:r>
          <a:endParaRPr lang="fr-BE" sz="1300" dirty="0"/>
        </a:p>
      </dgm:t>
    </dgm:pt>
    <dgm:pt modelId="{68062E12-2490-4CE7-8A12-E85985B43925}" type="parTrans" cxnId="{F1D9C688-57EE-49DC-8025-2476F9A26E39}">
      <dgm:prSet/>
      <dgm:spPr/>
      <dgm:t>
        <a:bodyPr/>
        <a:lstStyle/>
        <a:p>
          <a:endParaRPr lang="fr-BE"/>
        </a:p>
      </dgm:t>
    </dgm:pt>
    <dgm:pt modelId="{C549CBF0-6772-495C-89CC-7298E0E5A2B5}" type="sibTrans" cxnId="{F1D9C688-57EE-49DC-8025-2476F9A26E39}">
      <dgm:prSet/>
      <dgm:spPr/>
      <dgm:t>
        <a:bodyPr/>
        <a:lstStyle/>
        <a:p>
          <a:endParaRPr lang="fr-BE"/>
        </a:p>
      </dgm:t>
    </dgm:pt>
    <dgm:pt modelId="{AAF326B6-7C1D-427F-B7F2-4869325179B2}" type="pres">
      <dgm:prSet presAssocID="{56651B4F-8113-4F4C-BAAA-DBB367572637}" presName="linear" presStyleCnt="0">
        <dgm:presLayoutVars>
          <dgm:dir/>
          <dgm:animLvl val="lvl"/>
          <dgm:resizeHandles val="exact"/>
        </dgm:presLayoutVars>
      </dgm:prSet>
      <dgm:spPr/>
    </dgm:pt>
    <dgm:pt modelId="{DC926456-8C57-43B9-B9B9-04B8EA0CE4EE}" type="pres">
      <dgm:prSet presAssocID="{E836BCE6-BC31-40B9-9A03-A19A887AEE52}" presName="parentLin" presStyleCnt="0"/>
      <dgm:spPr/>
    </dgm:pt>
    <dgm:pt modelId="{A6DF4F76-A270-46E9-8594-1F1BF5B8D16E}" type="pres">
      <dgm:prSet presAssocID="{E836BCE6-BC31-40B9-9A03-A19A887AEE52}" presName="parentLeftMargin" presStyleLbl="node1" presStyleIdx="0" presStyleCnt="5"/>
      <dgm:spPr/>
    </dgm:pt>
    <dgm:pt modelId="{DFF82300-6970-415F-8A50-526EA82CAE76}" type="pres">
      <dgm:prSet presAssocID="{E836BCE6-BC31-40B9-9A03-A19A887AEE5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CDAB057-2D49-4701-9FB2-1F545F8617BB}" type="pres">
      <dgm:prSet presAssocID="{E836BCE6-BC31-40B9-9A03-A19A887AEE52}" presName="negativeSpace" presStyleCnt="0"/>
      <dgm:spPr/>
    </dgm:pt>
    <dgm:pt modelId="{5AFDF462-9715-47AD-A96C-BA8325942F68}" type="pres">
      <dgm:prSet presAssocID="{E836BCE6-BC31-40B9-9A03-A19A887AEE52}" presName="childText" presStyleLbl="conFgAcc1" presStyleIdx="0" presStyleCnt="5">
        <dgm:presLayoutVars>
          <dgm:bulletEnabled val="1"/>
        </dgm:presLayoutVars>
      </dgm:prSet>
      <dgm:spPr/>
    </dgm:pt>
    <dgm:pt modelId="{1DA4D351-B9F4-46B7-937D-ED1857B45339}" type="pres">
      <dgm:prSet presAssocID="{9A66909B-120C-4BBA-99A8-9F632E713E6F}" presName="spaceBetweenRectangles" presStyleCnt="0"/>
      <dgm:spPr/>
    </dgm:pt>
    <dgm:pt modelId="{4F95E557-0F1D-4697-82CE-ADE319F7510E}" type="pres">
      <dgm:prSet presAssocID="{567C1A3E-6B05-43BC-B0D1-39CC7F7A7273}" presName="parentLin" presStyleCnt="0"/>
      <dgm:spPr/>
    </dgm:pt>
    <dgm:pt modelId="{12D41242-5CE4-41CC-8317-FE2B3A1870EC}" type="pres">
      <dgm:prSet presAssocID="{567C1A3E-6B05-43BC-B0D1-39CC7F7A7273}" presName="parentLeftMargin" presStyleLbl="node1" presStyleIdx="0" presStyleCnt="5"/>
      <dgm:spPr/>
    </dgm:pt>
    <dgm:pt modelId="{08102C48-593E-48EF-922B-4D321ADE34BC}" type="pres">
      <dgm:prSet presAssocID="{567C1A3E-6B05-43BC-B0D1-39CC7F7A727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558E339-8C0D-456E-9841-6B45CFBCD3A2}" type="pres">
      <dgm:prSet presAssocID="{567C1A3E-6B05-43BC-B0D1-39CC7F7A7273}" presName="negativeSpace" presStyleCnt="0"/>
      <dgm:spPr/>
    </dgm:pt>
    <dgm:pt modelId="{4202FF72-E76E-4127-A70C-B75D73E96BB7}" type="pres">
      <dgm:prSet presAssocID="{567C1A3E-6B05-43BC-B0D1-39CC7F7A7273}" presName="childText" presStyleLbl="conFgAcc1" presStyleIdx="1" presStyleCnt="5">
        <dgm:presLayoutVars>
          <dgm:bulletEnabled val="1"/>
        </dgm:presLayoutVars>
      </dgm:prSet>
      <dgm:spPr/>
    </dgm:pt>
    <dgm:pt modelId="{3AB3E60B-E716-41A6-A5AB-168FF6E2583F}" type="pres">
      <dgm:prSet presAssocID="{E3468865-79D9-419E-B7D2-CC0655D7642B}" presName="spaceBetweenRectangles" presStyleCnt="0"/>
      <dgm:spPr/>
    </dgm:pt>
    <dgm:pt modelId="{E3F6D415-C80D-47CF-9F7B-CE1323C58042}" type="pres">
      <dgm:prSet presAssocID="{62BFED36-0DB1-402E-B62A-0FDBE15C68B8}" presName="parentLin" presStyleCnt="0"/>
      <dgm:spPr/>
    </dgm:pt>
    <dgm:pt modelId="{06EE5ABD-6E99-41DD-904A-5156AC5245C2}" type="pres">
      <dgm:prSet presAssocID="{62BFED36-0DB1-402E-B62A-0FDBE15C68B8}" presName="parentLeftMargin" presStyleLbl="node1" presStyleIdx="1" presStyleCnt="5"/>
      <dgm:spPr/>
    </dgm:pt>
    <dgm:pt modelId="{265C7716-2708-4999-A982-4DE9FF5FF8F3}" type="pres">
      <dgm:prSet presAssocID="{62BFED36-0DB1-402E-B62A-0FDBE15C68B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2B44033-817A-4239-A891-828B404322F0}" type="pres">
      <dgm:prSet presAssocID="{62BFED36-0DB1-402E-B62A-0FDBE15C68B8}" presName="negativeSpace" presStyleCnt="0"/>
      <dgm:spPr/>
    </dgm:pt>
    <dgm:pt modelId="{E70EA0A5-4654-4C37-94F7-AFEC7117A5D0}" type="pres">
      <dgm:prSet presAssocID="{62BFED36-0DB1-402E-B62A-0FDBE15C68B8}" presName="childText" presStyleLbl="conFgAcc1" presStyleIdx="2" presStyleCnt="5">
        <dgm:presLayoutVars>
          <dgm:bulletEnabled val="1"/>
        </dgm:presLayoutVars>
      </dgm:prSet>
      <dgm:spPr/>
    </dgm:pt>
    <dgm:pt modelId="{EB768CDF-2881-4EBC-87AA-E142E9E5CDA8}" type="pres">
      <dgm:prSet presAssocID="{85D33CD4-1AB5-4808-BA03-F004FFE8F9A2}" presName="spaceBetweenRectangles" presStyleCnt="0"/>
      <dgm:spPr/>
    </dgm:pt>
    <dgm:pt modelId="{AC6E7426-82E4-4A58-B988-A81D328FDE36}" type="pres">
      <dgm:prSet presAssocID="{70BC7FAE-3D8C-45C9-A343-50CF8CF624F7}" presName="parentLin" presStyleCnt="0"/>
      <dgm:spPr/>
    </dgm:pt>
    <dgm:pt modelId="{04CC87E8-9AFC-47A5-90AA-7ADDD374617C}" type="pres">
      <dgm:prSet presAssocID="{70BC7FAE-3D8C-45C9-A343-50CF8CF624F7}" presName="parentLeftMargin" presStyleLbl="node1" presStyleIdx="2" presStyleCnt="5"/>
      <dgm:spPr/>
    </dgm:pt>
    <dgm:pt modelId="{C6BA3B22-2B6F-4200-8994-8BCE1214A8B0}" type="pres">
      <dgm:prSet presAssocID="{70BC7FAE-3D8C-45C9-A343-50CF8CF624F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C0EA883-5636-4963-B37A-F2E11B319270}" type="pres">
      <dgm:prSet presAssocID="{70BC7FAE-3D8C-45C9-A343-50CF8CF624F7}" presName="negativeSpace" presStyleCnt="0"/>
      <dgm:spPr/>
    </dgm:pt>
    <dgm:pt modelId="{5F337E20-DF11-4E9A-B638-10189AE94A23}" type="pres">
      <dgm:prSet presAssocID="{70BC7FAE-3D8C-45C9-A343-50CF8CF624F7}" presName="childText" presStyleLbl="conFgAcc1" presStyleIdx="3" presStyleCnt="5">
        <dgm:presLayoutVars>
          <dgm:bulletEnabled val="1"/>
        </dgm:presLayoutVars>
      </dgm:prSet>
      <dgm:spPr/>
    </dgm:pt>
    <dgm:pt modelId="{DDE4CC52-2C70-473F-9045-1242A82F83FE}" type="pres">
      <dgm:prSet presAssocID="{26F49762-64DB-486B-8DC3-4A2A3587CDE7}" presName="spaceBetweenRectangles" presStyleCnt="0"/>
      <dgm:spPr/>
    </dgm:pt>
    <dgm:pt modelId="{2B026EA4-2C8D-40D4-BFE7-6D49AFBBBCFC}" type="pres">
      <dgm:prSet presAssocID="{BD6947CC-8D6A-486D-BF35-0DF980036944}" presName="parentLin" presStyleCnt="0"/>
      <dgm:spPr/>
    </dgm:pt>
    <dgm:pt modelId="{284FC492-DE14-48B5-95BA-FE3C7FE31EC3}" type="pres">
      <dgm:prSet presAssocID="{BD6947CC-8D6A-486D-BF35-0DF980036944}" presName="parentLeftMargin" presStyleLbl="node1" presStyleIdx="3" presStyleCnt="5"/>
      <dgm:spPr/>
    </dgm:pt>
    <dgm:pt modelId="{ECFA63B4-229C-4F17-B657-2C6AFD0DF1D3}" type="pres">
      <dgm:prSet presAssocID="{BD6947CC-8D6A-486D-BF35-0DF980036944}" presName="parentText" presStyleLbl="node1" presStyleIdx="4" presStyleCnt="5" custLinFactNeighborY="-2456">
        <dgm:presLayoutVars>
          <dgm:chMax val="0"/>
          <dgm:bulletEnabled val="1"/>
        </dgm:presLayoutVars>
      </dgm:prSet>
      <dgm:spPr/>
    </dgm:pt>
    <dgm:pt modelId="{577AC04A-3DC1-41D8-AA0D-1BCDB30098D0}" type="pres">
      <dgm:prSet presAssocID="{BD6947CC-8D6A-486D-BF35-0DF980036944}" presName="negativeSpace" presStyleCnt="0"/>
      <dgm:spPr/>
    </dgm:pt>
    <dgm:pt modelId="{EFED98B8-8139-4E2E-9A49-F88B9947987B}" type="pres">
      <dgm:prSet presAssocID="{BD6947CC-8D6A-486D-BF35-0DF980036944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81DDEC1E-EEBD-4D7B-8E7D-F40AB834ADAD}" type="presOf" srcId="{56651B4F-8113-4F4C-BAAA-DBB367572637}" destId="{AAF326B6-7C1D-427F-B7F2-4869325179B2}" srcOrd="0" destOrd="0" presId="urn:microsoft.com/office/officeart/2005/8/layout/list1"/>
    <dgm:cxn modelId="{C68D6D36-3882-4854-B6A9-9A98AFEDD5CC}" type="presOf" srcId="{E836BCE6-BC31-40B9-9A03-A19A887AEE52}" destId="{A6DF4F76-A270-46E9-8594-1F1BF5B8D16E}" srcOrd="0" destOrd="0" presId="urn:microsoft.com/office/officeart/2005/8/layout/list1"/>
    <dgm:cxn modelId="{6B743C3A-BC7D-4E6D-A0C2-6920874B9873}" type="presOf" srcId="{567C1A3E-6B05-43BC-B0D1-39CC7F7A7273}" destId="{08102C48-593E-48EF-922B-4D321ADE34BC}" srcOrd="1" destOrd="0" presId="urn:microsoft.com/office/officeart/2005/8/layout/list1"/>
    <dgm:cxn modelId="{F7A1E53D-A87A-4A62-970E-8AEC0DFF2CD5}" type="presOf" srcId="{567C1A3E-6B05-43BC-B0D1-39CC7F7A7273}" destId="{12D41242-5CE4-41CC-8317-FE2B3A1870EC}" srcOrd="0" destOrd="0" presId="urn:microsoft.com/office/officeart/2005/8/layout/list1"/>
    <dgm:cxn modelId="{3C8FF25F-9313-432E-9D7B-D09EF10B35C1}" type="presOf" srcId="{E836BCE6-BC31-40B9-9A03-A19A887AEE52}" destId="{DFF82300-6970-415F-8A50-526EA82CAE76}" srcOrd="1" destOrd="0" presId="urn:microsoft.com/office/officeart/2005/8/layout/list1"/>
    <dgm:cxn modelId="{B9473362-054F-4050-8164-3F60EE530C9C}" type="presOf" srcId="{BD6947CC-8D6A-486D-BF35-0DF980036944}" destId="{ECFA63B4-229C-4F17-B657-2C6AFD0DF1D3}" srcOrd="1" destOrd="0" presId="urn:microsoft.com/office/officeart/2005/8/layout/list1"/>
    <dgm:cxn modelId="{C1B5B765-BB56-45CD-92A0-5433BD0E1C24}" srcId="{56651B4F-8113-4F4C-BAAA-DBB367572637}" destId="{62BFED36-0DB1-402E-B62A-0FDBE15C68B8}" srcOrd="2" destOrd="0" parTransId="{4E522B05-B2D8-4AE0-8908-1EB576BFCF17}" sibTransId="{85D33CD4-1AB5-4808-BA03-F004FFE8F9A2}"/>
    <dgm:cxn modelId="{25CA6955-C4E8-46BA-B070-B33AACB03ED9}" type="presOf" srcId="{62BFED36-0DB1-402E-B62A-0FDBE15C68B8}" destId="{265C7716-2708-4999-A982-4DE9FF5FF8F3}" srcOrd="1" destOrd="0" presId="urn:microsoft.com/office/officeart/2005/8/layout/list1"/>
    <dgm:cxn modelId="{6353135A-A14E-4130-A3DE-1D4059737D1D}" srcId="{56651B4F-8113-4F4C-BAAA-DBB367572637}" destId="{567C1A3E-6B05-43BC-B0D1-39CC7F7A7273}" srcOrd="1" destOrd="0" parTransId="{5D748CE0-E993-4DA7-93A1-F9E612A0252A}" sibTransId="{E3468865-79D9-419E-B7D2-CC0655D7642B}"/>
    <dgm:cxn modelId="{F1D9C688-57EE-49DC-8025-2476F9A26E39}" srcId="{56651B4F-8113-4F4C-BAAA-DBB367572637}" destId="{BD6947CC-8D6A-486D-BF35-0DF980036944}" srcOrd="4" destOrd="0" parTransId="{68062E12-2490-4CE7-8A12-E85985B43925}" sibTransId="{C549CBF0-6772-495C-89CC-7298E0E5A2B5}"/>
    <dgm:cxn modelId="{881C278E-BBB7-4238-AC7C-83388D9ACB8F}" type="presOf" srcId="{62BFED36-0DB1-402E-B62A-0FDBE15C68B8}" destId="{06EE5ABD-6E99-41DD-904A-5156AC5245C2}" srcOrd="0" destOrd="0" presId="urn:microsoft.com/office/officeart/2005/8/layout/list1"/>
    <dgm:cxn modelId="{1F81019F-809A-4A79-8D2B-B5B3C1EA72F4}" type="presOf" srcId="{BD6947CC-8D6A-486D-BF35-0DF980036944}" destId="{284FC492-DE14-48B5-95BA-FE3C7FE31EC3}" srcOrd="0" destOrd="0" presId="urn:microsoft.com/office/officeart/2005/8/layout/list1"/>
    <dgm:cxn modelId="{961293D3-B625-4967-BEF5-A8310A309BF4}" type="presOf" srcId="{70BC7FAE-3D8C-45C9-A343-50CF8CF624F7}" destId="{C6BA3B22-2B6F-4200-8994-8BCE1214A8B0}" srcOrd="1" destOrd="0" presId="urn:microsoft.com/office/officeart/2005/8/layout/list1"/>
    <dgm:cxn modelId="{F681EEDD-C4D6-4E51-85A4-2BD9C1195E35}" srcId="{56651B4F-8113-4F4C-BAAA-DBB367572637}" destId="{E836BCE6-BC31-40B9-9A03-A19A887AEE52}" srcOrd="0" destOrd="0" parTransId="{2354A059-6482-4138-B479-7845E3DFAEEA}" sibTransId="{9A66909B-120C-4BBA-99A8-9F632E713E6F}"/>
    <dgm:cxn modelId="{27A338F2-E1DA-4074-BB88-FCB3D6C96D25}" type="presOf" srcId="{70BC7FAE-3D8C-45C9-A343-50CF8CF624F7}" destId="{04CC87E8-9AFC-47A5-90AA-7ADDD374617C}" srcOrd="0" destOrd="0" presId="urn:microsoft.com/office/officeart/2005/8/layout/list1"/>
    <dgm:cxn modelId="{E1D5C6FF-5DC1-488B-ABE5-ECF6BDDF2B1D}" srcId="{56651B4F-8113-4F4C-BAAA-DBB367572637}" destId="{70BC7FAE-3D8C-45C9-A343-50CF8CF624F7}" srcOrd="3" destOrd="0" parTransId="{0BB804C2-C567-4314-82EF-42D1C108608D}" sibTransId="{26F49762-64DB-486B-8DC3-4A2A3587CDE7}"/>
    <dgm:cxn modelId="{CFB6B3F0-9737-447A-A797-70FEE7834377}" type="presParOf" srcId="{AAF326B6-7C1D-427F-B7F2-4869325179B2}" destId="{DC926456-8C57-43B9-B9B9-04B8EA0CE4EE}" srcOrd="0" destOrd="0" presId="urn:microsoft.com/office/officeart/2005/8/layout/list1"/>
    <dgm:cxn modelId="{01D86504-5B9E-4635-8953-2F66838B5EF6}" type="presParOf" srcId="{DC926456-8C57-43B9-B9B9-04B8EA0CE4EE}" destId="{A6DF4F76-A270-46E9-8594-1F1BF5B8D16E}" srcOrd="0" destOrd="0" presId="urn:microsoft.com/office/officeart/2005/8/layout/list1"/>
    <dgm:cxn modelId="{5706E95D-D598-403F-AE1E-B99E64B5730D}" type="presParOf" srcId="{DC926456-8C57-43B9-B9B9-04B8EA0CE4EE}" destId="{DFF82300-6970-415F-8A50-526EA82CAE76}" srcOrd="1" destOrd="0" presId="urn:microsoft.com/office/officeart/2005/8/layout/list1"/>
    <dgm:cxn modelId="{BA922188-2534-4B2A-8AF0-F9C1805B57CF}" type="presParOf" srcId="{AAF326B6-7C1D-427F-B7F2-4869325179B2}" destId="{8CDAB057-2D49-4701-9FB2-1F545F8617BB}" srcOrd="1" destOrd="0" presId="urn:microsoft.com/office/officeart/2005/8/layout/list1"/>
    <dgm:cxn modelId="{E5B08E7B-A9BD-4421-853F-8220BCC4A5BB}" type="presParOf" srcId="{AAF326B6-7C1D-427F-B7F2-4869325179B2}" destId="{5AFDF462-9715-47AD-A96C-BA8325942F68}" srcOrd="2" destOrd="0" presId="urn:microsoft.com/office/officeart/2005/8/layout/list1"/>
    <dgm:cxn modelId="{7F367AFE-592E-4296-8832-5A0EA28E665D}" type="presParOf" srcId="{AAF326B6-7C1D-427F-B7F2-4869325179B2}" destId="{1DA4D351-B9F4-46B7-937D-ED1857B45339}" srcOrd="3" destOrd="0" presId="urn:microsoft.com/office/officeart/2005/8/layout/list1"/>
    <dgm:cxn modelId="{251E8423-CF13-4444-B9DA-86D33DC1D77B}" type="presParOf" srcId="{AAF326B6-7C1D-427F-B7F2-4869325179B2}" destId="{4F95E557-0F1D-4697-82CE-ADE319F7510E}" srcOrd="4" destOrd="0" presId="urn:microsoft.com/office/officeart/2005/8/layout/list1"/>
    <dgm:cxn modelId="{808D8D5F-3F71-4D49-B5CF-43322D2AEA3A}" type="presParOf" srcId="{4F95E557-0F1D-4697-82CE-ADE319F7510E}" destId="{12D41242-5CE4-41CC-8317-FE2B3A1870EC}" srcOrd="0" destOrd="0" presId="urn:microsoft.com/office/officeart/2005/8/layout/list1"/>
    <dgm:cxn modelId="{CB1EB683-35D0-4B22-8CD4-3ADBD71D8243}" type="presParOf" srcId="{4F95E557-0F1D-4697-82CE-ADE319F7510E}" destId="{08102C48-593E-48EF-922B-4D321ADE34BC}" srcOrd="1" destOrd="0" presId="urn:microsoft.com/office/officeart/2005/8/layout/list1"/>
    <dgm:cxn modelId="{5AA18D96-C0C7-485F-9FFE-CBB8AE1B8A0B}" type="presParOf" srcId="{AAF326B6-7C1D-427F-B7F2-4869325179B2}" destId="{F558E339-8C0D-456E-9841-6B45CFBCD3A2}" srcOrd="5" destOrd="0" presId="urn:microsoft.com/office/officeart/2005/8/layout/list1"/>
    <dgm:cxn modelId="{AB5DBBDA-FBDF-429C-9353-28DD1FA1C4F4}" type="presParOf" srcId="{AAF326B6-7C1D-427F-B7F2-4869325179B2}" destId="{4202FF72-E76E-4127-A70C-B75D73E96BB7}" srcOrd="6" destOrd="0" presId="urn:microsoft.com/office/officeart/2005/8/layout/list1"/>
    <dgm:cxn modelId="{E99774B1-B6E5-4F80-B6FA-75F19AD46076}" type="presParOf" srcId="{AAF326B6-7C1D-427F-B7F2-4869325179B2}" destId="{3AB3E60B-E716-41A6-A5AB-168FF6E2583F}" srcOrd="7" destOrd="0" presId="urn:microsoft.com/office/officeart/2005/8/layout/list1"/>
    <dgm:cxn modelId="{DD893B69-3684-435B-A384-39FDA65AA0D7}" type="presParOf" srcId="{AAF326B6-7C1D-427F-B7F2-4869325179B2}" destId="{E3F6D415-C80D-47CF-9F7B-CE1323C58042}" srcOrd="8" destOrd="0" presId="urn:microsoft.com/office/officeart/2005/8/layout/list1"/>
    <dgm:cxn modelId="{4DBCE63D-1F4D-444A-B0C4-F2932E24D3C8}" type="presParOf" srcId="{E3F6D415-C80D-47CF-9F7B-CE1323C58042}" destId="{06EE5ABD-6E99-41DD-904A-5156AC5245C2}" srcOrd="0" destOrd="0" presId="urn:microsoft.com/office/officeart/2005/8/layout/list1"/>
    <dgm:cxn modelId="{A214F3C3-5266-468B-A095-43BF76C01C04}" type="presParOf" srcId="{E3F6D415-C80D-47CF-9F7B-CE1323C58042}" destId="{265C7716-2708-4999-A982-4DE9FF5FF8F3}" srcOrd="1" destOrd="0" presId="urn:microsoft.com/office/officeart/2005/8/layout/list1"/>
    <dgm:cxn modelId="{08CAE4E6-E4FA-45F1-8B9F-BDA6C653EBFA}" type="presParOf" srcId="{AAF326B6-7C1D-427F-B7F2-4869325179B2}" destId="{C2B44033-817A-4239-A891-828B404322F0}" srcOrd="9" destOrd="0" presId="urn:microsoft.com/office/officeart/2005/8/layout/list1"/>
    <dgm:cxn modelId="{3DDE97A7-12D4-4DFE-B52D-B09DA3B9F528}" type="presParOf" srcId="{AAF326B6-7C1D-427F-B7F2-4869325179B2}" destId="{E70EA0A5-4654-4C37-94F7-AFEC7117A5D0}" srcOrd="10" destOrd="0" presId="urn:microsoft.com/office/officeart/2005/8/layout/list1"/>
    <dgm:cxn modelId="{AABDB9B6-E2BE-40C3-9FAD-15F75EECBE46}" type="presParOf" srcId="{AAF326B6-7C1D-427F-B7F2-4869325179B2}" destId="{EB768CDF-2881-4EBC-87AA-E142E9E5CDA8}" srcOrd="11" destOrd="0" presId="urn:microsoft.com/office/officeart/2005/8/layout/list1"/>
    <dgm:cxn modelId="{DE492C26-6CC1-4988-9DF0-9EC22014162A}" type="presParOf" srcId="{AAF326B6-7C1D-427F-B7F2-4869325179B2}" destId="{AC6E7426-82E4-4A58-B988-A81D328FDE36}" srcOrd="12" destOrd="0" presId="urn:microsoft.com/office/officeart/2005/8/layout/list1"/>
    <dgm:cxn modelId="{6A09AF2B-9E35-4990-83FD-4CEE8AF83694}" type="presParOf" srcId="{AC6E7426-82E4-4A58-B988-A81D328FDE36}" destId="{04CC87E8-9AFC-47A5-90AA-7ADDD374617C}" srcOrd="0" destOrd="0" presId="urn:microsoft.com/office/officeart/2005/8/layout/list1"/>
    <dgm:cxn modelId="{5C1B8B09-C485-4E69-A62C-089694076584}" type="presParOf" srcId="{AC6E7426-82E4-4A58-B988-A81D328FDE36}" destId="{C6BA3B22-2B6F-4200-8994-8BCE1214A8B0}" srcOrd="1" destOrd="0" presId="urn:microsoft.com/office/officeart/2005/8/layout/list1"/>
    <dgm:cxn modelId="{EE8ACACE-E703-4A5A-A085-B8486E4DA244}" type="presParOf" srcId="{AAF326B6-7C1D-427F-B7F2-4869325179B2}" destId="{2C0EA883-5636-4963-B37A-F2E11B319270}" srcOrd="13" destOrd="0" presId="urn:microsoft.com/office/officeart/2005/8/layout/list1"/>
    <dgm:cxn modelId="{02CA9088-BCAE-4D5C-BD5C-96C4BB71F060}" type="presParOf" srcId="{AAF326B6-7C1D-427F-B7F2-4869325179B2}" destId="{5F337E20-DF11-4E9A-B638-10189AE94A23}" srcOrd="14" destOrd="0" presId="urn:microsoft.com/office/officeart/2005/8/layout/list1"/>
    <dgm:cxn modelId="{699BCF87-A2E7-404F-A8F6-9B53A306BEB0}" type="presParOf" srcId="{AAF326B6-7C1D-427F-B7F2-4869325179B2}" destId="{DDE4CC52-2C70-473F-9045-1242A82F83FE}" srcOrd="15" destOrd="0" presId="urn:microsoft.com/office/officeart/2005/8/layout/list1"/>
    <dgm:cxn modelId="{B8D7ED57-33E1-43B6-ADE8-315FCFF5F381}" type="presParOf" srcId="{AAF326B6-7C1D-427F-B7F2-4869325179B2}" destId="{2B026EA4-2C8D-40D4-BFE7-6D49AFBBBCFC}" srcOrd="16" destOrd="0" presId="urn:microsoft.com/office/officeart/2005/8/layout/list1"/>
    <dgm:cxn modelId="{E7B371D1-0740-4266-A057-D94D5848798F}" type="presParOf" srcId="{2B026EA4-2C8D-40D4-BFE7-6D49AFBBBCFC}" destId="{284FC492-DE14-48B5-95BA-FE3C7FE31EC3}" srcOrd="0" destOrd="0" presId="urn:microsoft.com/office/officeart/2005/8/layout/list1"/>
    <dgm:cxn modelId="{507AFABE-BCF0-458E-8FEA-5353D3ACC068}" type="presParOf" srcId="{2B026EA4-2C8D-40D4-BFE7-6D49AFBBBCFC}" destId="{ECFA63B4-229C-4F17-B657-2C6AFD0DF1D3}" srcOrd="1" destOrd="0" presId="urn:microsoft.com/office/officeart/2005/8/layout/list1"/>
    <dgm:cxn modelId="{4D5E72FA-D360-4835-815A-5AF40CDE2920}" type="presParOf" srcId="{AAF326B6-7C1D-427F-B7F2-4869325179B2}" destId="{577AC04A-3DC1-41D8-AA0D-1BCDB30098D0}" srcOrd="17" destOrd="0" presId="urn:microsoft.com/office/officeart/2005/8/layout/list1"/>
    <dgm:cxn modelId="{53FC9E25-55D9-48F7-ACB3-1F712720C57F}" type="presParOf" srcId="{AAF326B6-7C1D-427F-B7F2-4869325179B2}" destId="{EFED98B8-8139-4E2E-9A49-F88B9947987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E7AC5B-8C87-4627-8DD8-25D4A6197BF8}" type="doc">
      <dgm:prSet loTypeId="urn:microsoft.com/office/officeart/2005/8/layout/vProcess5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fr-BE"/>
        </a:p>
      </dgm:t>
    </dgm:pt>
    <dgm:pt modelId="{3C1DD969-7751-4201-B727-39BC0C6ED7F2}">
      <dgm:prSet custT="1"/>
      <dgm:spPr/>
      <dgm:t>
        <a:bodyPr/>
        <a:lstStyle/>
        <a:p>
          <a:r>
            <a:rPr lang="fr-BE" sz="1600" dirty="0"/>
            <a:t>🧠 </a:t>
          </a:r>
          <a:r>
            <a:rPr lang="fr-BE" sz="1800" dirty="0" err="1"/>
            <a:t>Models</a:t>
          </a:r>
          <a:r>
            <a:rPr lang="fr-BE" sz="1800" dirty="0"/>
            <a:t> </a:t>
          </a:r>
          <a:r>
            <a:rPr lang="fr-BE" sz="1800" dirty="0" err="1"/>
            <a:t>tested</a:t>
          </a:r>
          <a:r>
            <a:rPr lang="fr-BE" sz="1800" dirty="0"/>
            <a:t>:</a:t>
          </a:r>
          <a:endParaRPr lang="fr-BE" sz="1600" dirty="0"/>
        </a:p>
      </dgm:t>
    </dgm:pt>
    <dgm:pt modelId="{66818616-F1C6-4B3A-BF5F-3423355AAE9F}" type="parTrans" cxnId="{F785CAD3-0FF5-4963-9DFD-239E129C3890}">
      <dgm:prSet/>
      <dgm:spPr/>
      <dgm:t>
        <a:bodyPr/>
        <a:lstStyle/>
        <a:p>
          <a:endParaRPr lang="fr-BE"/>
        </a:p>
      </dgm:t>
    </dgm:pt>
    <dgm:pt modelId="{2D02AEAF-DE23-4A7D-AC71-33076969F26A}" type="sibTrans" cxnId="{F785CAD3-0FF5-4963-9DFD-239E129C3890}">
      <dgm:prSet/>
      <dgm:spPr/>
      <dgm:t>
        <a:bodyPr/>
        <a:lstStyle/>
        <a:p>
          <a:endParaRPr lang="fr-BE"/>
        </a:p>
      </dgm:t>
    </dgm:pt>
    <dgm:pt modelId="{32CEF319-9358-4AB9-9769-9908D937D358}">
      <dgm:prSet custT="1"/>
      <dgm:spPr/>
      <dgm:t>
        <a:bodyPr/>
        <a:lstStyle/>
        <a:p>
          <a:r>
            <a:rPr lang="fr-BE" sz="1500" dirty="0"/>
            <a:t>- </a:t>
          </a:r>
          <a:r>
            <a:rPr lang="fr-BE" sz="1800" dirty="0" err="1"/>
            <a:t>Linear</a:t>
          </a:r>
          <a:r>
            <a:rPr lang="fr-BE" sz="1800" dirty="0"/>
            <a:t> </a:t>
          </a:r>
          <a:r>
            <a:rPr lang="fr-BE" sz="1800" dirty="0" err="1"/>
            <a:t>Regression</a:t>
          </a:r>
          <a:r>
            <a:rPr lang="ro-RO" sz="1800" dirty="0"/>
            <a:t>;</a:t>
          </a:r>
        </a:p>
        <a:p>
          <a:r>
            <a:rPr lang="fr-BE" sz="1800" dirty="0"/>
            <a:t>- </a:t>
          </a:r>
          <a:r>
            <a:rPr lang="fr-BE" sz="1800" dirty="0" err="1"/>
            <a:t>Random</a:t>
          </a:r>
          <a:r>
            <a:rPr lang="fr-BE" sz="1800" dirty="0"/>
            <a:t> Forest </a:t>
          </a:r>
          <a:r>
            <a:rPr lang="fr-BE" sz="1800" dirty="0" err="1"/>
            <a:t>Regressor</a:t>
          </a:r>
          <a:r>
            <a:rPr lang="ro-RO" sz="1800" dirty="0"/>
            <a:t>;</a:t>
          </a:r>
        </a:p>
        <a:p>
          <a:r>
            <a:rPr lang="fr-BE" sz="1800" dirty="0"/>
            <a:t>- </a:t>
          </a:r>
          <a:r>
            <a:rPr lang="fr-BE" sz="1800" dirty="0" err="1"/>
            <a:t>XGBoost</a:t>
          </a:r>
          <a:r>
            <a:rPr lang="ro-RO" sz="1800" dirty="0"/>
            <a:t>.</a:t>
          </a:r>
          <a:endParaRPr lang="fr-BE" sz="1800" dirty="0"/>
        </a:p>
      </dgm:t>
    </dgm:pt>
    <dgm:pt modelId="{DCAD54F0-E772-40E6-A37F-9C536AEDC555}" type="parTrans" cxnId="{269AF140-34A1-4F98-BA91-062C9B76A891}">
      <dgm:prSet/>
      <dgm:spPr/>
      <dgm:t>
        <a:bodyPr/>
        <a:lstStyle/>
        <a:p>
          <a:endParaRPr lang="fr-BE"/>
        </a:p>
      </dgm:t>
    </dgm:pt>
    <dgm:pt modelId="{629F81D5-D61C-4E06-87C0-1DE540CB784A}" type="sibTrans" cxnId="{269AF140-34A1-4F98-BA91-062C9B76A891}">
      <dgm:prSet/>
      <dgm:spPr/>
      <dgm:t>
        <a:bodyPr/>
        <a:lstStyle/>
        <a:p>
          <a:endParaRPr lang="fr-BE"/>
        </a:p>
      </dgm:t>
    </dgm:pt>
    <dgm:pt modelId="{E0E284AE-0E6F-4DF9-9654-F0B2B1F4E8F8}">
      <dgm:prSet custT="1"/>
      <dgm:spPr/>
      <dgm:t>
        <a:bodyPr/>
        <a:lstStyle/>
        <a:p>
          <a:r>
            <a:rPr lang="en-US" sz="1800" dirty="0"/>
            <a:t>🎯 Goal: Minimize prediction error (RMSE) and achieve a robust model.</a:t>
          </a:r>
          <a:endParaRPr lang="fr-BE" sz="1800" dirty="0"/>
        </a:p>
      </dgm:t>
    </dgm:pt>
    <dgm:pt modelId="{940A6A11-3340-41F1-BC3A-1FCCE804ED96}" type="parTrans" cxnId="{8DDC54EA-8A63-42B9-9A01-F345D974D0AF}">
      <dgm:prSet/>
      <dgm:spPr/>
      <dgm:t>
        <a:bodyPr/>
        <a:lstStyle/>
        <a:p>
          <a:endParaRPr lang="fr-BE"/>
        </a:p>
      </dgm:t>
    </dgm:pt>
    <dgm:pt modelId="{44539826-900A-4A3B-8486-34D6DDF67E16}" type="sibTrans" cxnId="{8DDC54EA-8A63-42B9-9A01-F345D974D0AF}">
      <dgm:prSet/>
      <dgm:spPr/>
      <dgm:t>
        <a:bodyPr/>
        <a:lstStyle/>
        <a:p>
          <a:endParaRPr lang="fr-BE"/>
        </a:p>
      </dgm:t>
    </dgm:pt>
    <dgm:pt modelId="{849575A3-1135-45F4-A44E-327AB40F4C9A}">
      <dgm:prSet/>
      <dgm:spPr/>
      <dgm:t>
        <a:bodyPr/>
        <a:lstStyle/>
        <a:p>
          <a:r>
            <a:rPr lang="en-US" dirty="0"/>
            <a:t>📈 Expected results: Accurate price estimation based on technical features</a:t>
          </a:r>
          <a:r>
            <a:rPr lang="ro-RO" dirty="0"/>
            <a:t>.</a:t>
          </a:r>
          <a:endParaRPr lang="fr-BE" dirty="0"/>
        </a:p>
      </dgm:t>
    </dgm:pt>
    <dgm:pt modelId="{C7B668FF-CD78-4691-93FB-C376C2BF56A7}" type="parTrans" cxnId="{A0508011-152A-4CB6-A361-DA00F71D8DCF}">
      <dgm:prSet/>
      <dgm:spPr/>
      <dgm:t>
        <a:bodyPr/>
        <a:lstStyle/>
        <a:p>
          <a:endParaRPr lang="fr-BE"/>
        </a:p>
      </dgm:t>
    </dgm:pt>
    <dgm:pt modelId="{81B7F458-28DF-4C6D-A3D3-DFE363D6FC38}" type="sibTrans" cxnId="{A0508011-152A-4CB6-A361-DA00F71D8DCF}">
      <dgm:prSet/>
      <dgm:spPr/>
      <dgm:t>
        <a:bodyPr/>
        <a:lstStyle/>
        <a:p>
          <a:endParaRPr lang="fr-BE"/>
        </a:p>
      </dgm:t>
    </dgm:pt>
    <dgm:pt modelId="{1D40E9D4-75A9-4385-9FA7-E15C61E39D20}" type="pres">
      <dgm:prSet presAssocID="{8DE7AC5B-8C87-4627-8DD8-25D4A6197BF8}" presName="outerComposite" presStyleCnt="0">
        <dgm:presLayoutVars>
          <dgm:chMax val="5"/>
          <dgm:dir/>
          <dgm:resizeHandles val="exact"/>
        </dgm:presLayoutVars>
      </dgm:prSet>
      <dgm:spPr/>
    </dgm:pt>
    <dgm:pt modelId="{88357439-2714-4B1C-8B82-AEDCCD5937BB}" type="pres">
      <dgm:prSet presAssocID="{8DE7AC5B-8C87-4627-8DD8-25D4A6197BF8}" presName="dummyMaxCanvas" presStyleCnt="0">
        <dgm:presLayoutVars/>
      </dgm:prSet>
      <dgm:spPr/>
    </dgm:pt>
    <dgm:pt modelId="{01A2550D-4E30-48BA-9387-AD7E02EEE50B}" type="pres">
      <dgm:prSet presAssocID="{8DE7AC5B-8C87-4627-8DD8-25D4A6197BF8}" presName="FourNodes_1" presStyleLbl="node1" presStyleIdx="0" presStyleCnt="4">
        <dgm:presLayoutVars>
          <dgm:bulletEnabled val="1"/>
        </dgm:presLayoutVars>
      </dgm:prSet>
      <dgm:spPr/>
    </dgm:pt>
    <dgm:pt modelId="{46BD4EC9-11FF-4B63-96B5-15B7B853C89A}" type="pres">
      <dgm:prSet presAssocID="{8DE7AC5B-8C87-4627-8DD8-25D4A6197BF8}" presName="FourNodes_2" presStyleLbl="node1" presStyleIdx="1" presStyleCnt="4" custScaleY="110059">
        <dgm:presLayoutVars>
          <dgm:bulletEnabled val="1"/>
        </dgm:presLayoutVars>
      </dgm:prSet>
      <dgm:spPr/>
    </dgm:pt>
    <dgm:pt modelId="{6C7F0F0F-DB2D-4A2D-B957-1C69F539F0C4}" type="pres">
      <dgm:prSet presAssocID="{8DE7AC5B-8C87-4627-8DD8-25D4A6197BF8}" presName="FourNodes_3" presStyleLbl="node1" presStyleIdx="2" presStyleCnt="4">
        <dgm:presLayoutVars>
          <dgm:bulletEnabled val="1"/>
        </dgm:presLayoutVars>
      </dgm:prSet>
      <dgm:spPr/>
    </dgm:pt>
    <dgm:pt modelId="{139026D6-CBBD-4615-90FB-361D43C50945}" type="pres">
      <dgm:prSet presAssocID="{8DE7AC5B-8C87-4627-8DD8-25D4A6197BF8}" presName="FourNodes_4" presStyleLbl="node1" presStyleIdx="3" presStyleCnt="4">
        <dgm:presLayoutVars>
          <dgm:bulletEnabled val="1"/>
        </dgm:presLayoutVars>
      </dgm:prSet>
      <dgm:spPr/>
    </dgm:pt>
    <dgm:pt modelId="{13490F60-A0B7-4866-A8AC-5725F6B25C2D}" type="pres">
      <dgm:prSet presAssocID="{8DE7AC5B-8C87-4627-8DD8-25D4A6197BF8}" presName="FourConn_1-2" presStyleLbl="fgAccFollowNode1" presStyleIdx="0" presStyleCnt="3">
        <dgm:presLayoutVars>
          <dgm:bulletEnabled val="1"/>
        </dgm:presLayoutVars>
      </dgm:prSet>
      <dgm:spPr/>
    </dgm:pt>
    <dgm:pt modelId="{509EB1CE-AA7A-428E-894D-700690420C7E}" type="pres">
      <dgm:prSet presAssocID="{8DE7AC5B-8C87-4627-8DD8-25D4A6197BF8}" presName="FourConn_2-3" presStyleLbl="fgAccFollowNode1" presStyleIdx="1" presStyleCnt="3">
        <dgm:presLayoutVars>
          <dgm:bulletEnabled val="1"/>
        </dgm:presLayoutVars>
      </dgm:prSet>
      <dgm:spPr/>
    </dgm:pt>
    <dgm:pt modelId="{72BC98D8-4F5F-4185-A7CB-A6C65EBC154D}" type="pres">
      <dgm:prSet presAssocID="{8DE7AC5B-8C87-4627-8DD8-25D4A6197BF8}" presName="FourConn_3-4" presStyleLbl="fgAccFollowNode1" presStyleIdx="2" presStyleCnt="3">
        <dgm:presLayoutVars>
          <dgm:bulletEnabled val="1"/>
        </dgm:presLayoutVars>
      </dgm:prSet>
      <dgm:spPr/>
    </dgm:pt>
    <dgm:pt modelId="{E9DEA29F-ACA6-404F-BCE3-7F36C6632C66}" type="pres">
      <dgm:prSet presAssocID="{8DE7AC5B-8C87-4627-8DD8-25D4A6197BF8}" presName="FourNodes_1_text" presStyleLbl="node1" presStyleIdx="3" presStyleCnt="4">
        <dgm:presLayoutVars>
          <dgm:bulletEnabled val="1"/>
        </dgm:presLayoutVars>
      </dgm:prSet>
      <dgm:spPr/>
    </dgm:pt>
    <dgm:pt modelId="{19F6A670-34C5-41DA-8B65-BEA813773047}" type="pres">
      <dgm:prSet presAssocID="{8DE7AC5B-8C87-4627-8DD8-25D4A6197BF8}" presName="FourNodes_2_text" presStyleLbl="node1" presStyleIdx="3" presStyleCnt="4">
        <dgm:presLayoutVars>
          <dgm:bulletEnabled val="1"/>
        </dgm:presLayoutVars>
      </dgm:prSet>
      <dgm:spPr/>
    </dgm:pt>
    <dgm:pt modelId="{3EF0AB4D-E74A-46E6-AB14-20705698CA3F}" type="pres">
      <dgm:prSet presAssocID="{8DE7AC5B-8C87-4627-8DD8-25D4A6197BF8}" presName="FourNodes_3_text" presStyleLbl="node1" presStyleIdx="3" presStyleCnt="4">
        <dgm:presLayoutVars>
          <dgm:bulletEnabled val="1"/>
        </dgm:presLayoutVars>
      </dgm:prSet>
      <dgm:spPr/>
    </dgm:pt>
    <dgm:pt modelId="{F91D565C-FEB3-41A5-B9A6-51CBE571CFAA}" type="pres">
      <dgm:prSet presAssocID="{8DE7AC5B-8C87-4627-8DD8-25D4A6197BF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0508011-152A-4CB6-A361-DA00F71D8DCF}" srcId="{8DE7AC5B-8C87-4627-8DD8-25D4A6197BF8}" destId="{849575A3-1135-45F4-A44E-327AB40F4C9A}" srcOrd="3" destOrd="0" parTransId="{C7B668FF-CD78-4691-93FB-C376C2BF56A7}" sibTransId="{81B7F458-28DF-4C6D-A3D3-DFE363D6FC38}"/>
    <dgm:cxn modelId="{269AF140-34A1-4F98-BA91-062C9B76A891}" srcId="{8DE7AC5B-8C87-4627-8DD8-25D4A6197BF8}" destId="{32CEF319-9358-4AB9-9769-9908D937D358}" srcOrd="1" destOrd="0" parTransId="{DCAD54F0-E772-40E6-A37F-9C536AEDC555}" sibTransId="{629F81D5-D61C-4E06-87C0-1DE540CB784A}"/>
    <dgm:cxn modelId="{A60D1551-26DC-40AD-9D51-9606EF05BAAB}" type="presOf" srcId="{44539826-900A-4A3B-8486-34D6DDF67E16}" destId="{72BC98D8-4F5F-4185-A7CB-A6C65EBC154D}" srcOrd="0" destOrd="0" presId="urn:microsoft.com/office/officeart/2005/8/layout/vProcess5"/>
    <dgm:cxn modelId="{B0CA4355-3FB6-4EE8-907E-D87A3156A3D2}" type="presOf" srcId="{629F81D5-D61C-4E06-87C0-1DE540CB784A}" destId="{509EB1CE-AA7A-428E-894D-700690420C7E}" srcOrd="0" destOrd="0" presId="urn:microsoft.com/office/officeart/2005/8/layout/vProcess5"/>
    <dgm:cxn modelId="{6408DE55-BAC2-4CBF-8B6F-3DD745E0FA65}" type="presOf" srcId="{E0E284AE-0E6F-4DF9-9654-F0B2B1F4E8F8}" destId="{6C7F0F0F-DB2D-4A2D-B957-1C69F539F0C4}" srcOrd="0" destOrd="0" presId="urn:microsoft.com/office/officeart/2005/8/layout/vProcess5"/>
    <dgm:cxn modelId="{66945F8B-DE7D-45A5-A53C-4AEC32F315FC}" type="presOf" srcId="{32CEF319-9358-4AB9-9769-9908D937D358}" destId="{46BD4EC9-11FF-4B63-96B5-15B7B853C89A}" srcOrd="0" destOrd="0" presId="urn:microsoft.com/office/officeart/2005/8/layout/vProcess5"/>
    <dgm:cxn modelId="{F7CC2993-B79D-4C49-8F4A-429A8A1BD1FE}" type="presOf" srcId="{3C1DD969-7751-4201-B727-39BC0C6ED7F2}" destId="{01A2550D-4E30-48BA-9387-AD7E02EEE50B}" srcOrd="0" destOrd="0" presId="urn:microsoft.com/office/officeart/2005/8/layout/vProcess5"/>
    <dgm:cxn modelId="{F8F1AEAC-C034-49F3-AC70-9F30FAD58272}" type="presOf" srcId="{849575A3-1135-45F4-A44E-327AB40F4C9A}" destId="{139026D6-CBBD-4615-90FB-361D43C50945}" srcOrd="0" destOrd="0" presId="urn:microsoft.com/office/officeart/2005/8/layout/vProcess5"/>
    <dgm:cxn modelId="{3C5ECFAF-535A-408D-BB0D-BA6015DFBB80}" type="presOf" srcId="{32CEF319-9358-4AB9-9769-9908D937D358}" destId="{19F6A670-34C5-41DA-8B65-BEA813773047}" srcOrd="1" destOrd="0" presId="urn:microsoft.com/office/officeart/2005/8/layout/vProcess5"/>
    <dgm:cxn modelId="{3BF4CCC5-BA92-4848-9301-B8536C8F1D0F}" type="presOf" srcId="{849575A3-1135-45F4-A44E-327AB40F4C9A}" destId="{F91D565C-FEB3-41A5-B9A6-51CBE571CFAA}" srcOrd="1" destOrd="0" presId="urn:microsoft.com/office/officeart/2005/8/layout/vProcess5"/>
    <dgm:cxn modelId="{006460D3-855F-4AD5-A7FC-70799309827F}" type="presOf" srcId="{3C1DD969-7751-4201-B727-39BC0C6ED7F2}" destId="{E9DEA29F-ACA6-404F-BCE3-7F36C6632C66}" srcOrd="1" destOrd="0" presId="urn:microsoft.com/office/officeart/2005/8/layout/vProcess5"/>
    <dgm:cxn modelId="{F785CAD3-0FF5-4963-9DFD-239E129C3890}" srcId="{8DE7AC5B-8C87-4627-8DD8-25D4A6197BF8}" destId="{3C1DD969-7751-4201-B727-39BC0C6ED7F2}" srcOrd="0" destOrd="0" parTransId="{66818616-F1C6-4B3A-BF5F-3423355AAE9F}" sibTransId="{2D02AEAF-DE23-4A7D-AC71-33076969F26A}"/>
    <dgm:cxn modelId="{C73EA3DE-D2BF-40F5-820B-556159B2C9E9}" type="presOf" srcId="{E0E284AE-0E6F-4DF9-9654-F0B2B1F4E8F8}" destId="{3EF0AB4D-E74A-46E6-AB14-20705698CA3F}" srcOrd="1" destOrd="0" presId="urn:microsoft.com/office/officeart/2005/8/layout/vProcess5"/>
    <dgm:cxn modelId="{E99616E9-2E6D-4CD1-9F5E-11D23B6BD3B4}" type="presOf" srcId="{2D02AEAF-DE23-4A7D-AC71-33076969F26A}" destId="{13490F60-A0B7-4866-A8AC-5725F6B25C2D}" srcOrd="0" destOrd="0" presId="urn:microsoft.com/office/officeart/2005/8/layout/vProcess5"/>
    <dgm:cxn modelId="{8DDC54EA-8A63-42B9-9A01-F345D974D0AF}" srcId="{8DE7AC5B-8C87-4627-8DD8-25D4A6197BF8}" destId="{E0E284AE-0E6F-4DF9-9654-F0B2B1F4E8F8}" srcOrd="2" destOrd="0" parTransId="{940A6A11-3340-41F1-BC3A-1FCCE804ED96}" sibTransId="{44539826-900A-4A3B-8486-34D6DDF67E16}"/>
    <dgm:cxn modelId="{1D4DC4F4-9D59-4A19-AA71-BEE76126A030}" type="presOf" srcId="{8DE7AC5B-8C87-4627-8DD8-25D4A6197BF8}" destId="{1D40E9D4-75A9-4385-9FA7-E15C61E39D20}" srcOrd="0" destOrd="0" presId="urn:microsoft.com/office/officeart/2005/8/layout/vProcess5"/>
    <dgm:cxn modelId="{D04497B9-4B69-4DBE-8937-C26641A247A8}" type="presParOf" srcId="{1D40E9D4-75A9-4385-9FA7-E15C61E39D20}" destId="{88357439-2714-4B1C-8B82-AEDCCD5937BB}" srcOrd="0" destOrd="0" presId="urn:microsoft.com/office/officeart/2005/8/layout/vProcess5"/>
    <dgm:cxn modelId="{17AB8A7D-8BAD-4C09-B6F9-9CE7F56CF75F}" type="presParOf" srcId="{1D40E9D4-75A9-4385-9FA7-E15C61E39D20}" destId="{01A2550D-4E30-48BA-9387-AD7E02EEE50B}" srcOrd="1" destOrd="0" presId="urn:microsoft.com/office/officeart/2005/8/layout/vProcess5"/>
    <dgm:cxn modelId="{9B0698FB-CC99-480D-A955-7F224907B7F9}" type="presParOf" srcId="{1D40E9D4-75A9-4385-9FA7-E15C61E39D20}" destId="{46BD4EC9-11FF-4B63-96B5-15B7B853C89A}" srcOrd="2" destOrd="0" presId="urn:microsoft.com/office/officeart/2005/8/layout/vProcess5"/>
    <dgm:cxn modelId="{4B34A39D-6BD1-4B5B-8B17-8E2918790E41}" type="presParOf" srcId="{1D40E9D4-75A9-4385-9FA7-E15C61E39D20}" destId="{6C7F0F0F-DB2D-4A2D-B957-1C69F539F0C4}" srcOrd="3" destOrd="0" presId="urn:microsoft.com/office/officeart/2005/8/layout/vProcess5"/>
    <dgm:cxn modelId="{5D047B32-C82B-4A3C-8488-3ABD1D27592B}" type="presParOf" srcId="{1D40E9D4-75A9-4385-9FA7-E15C61E39D20}" destId="{139026D6-CBBD-4615-90FB-361D43C50945}" srcOrd="4" destOrd="0" presId="urn:microsoft.com/office/officeart/2005/8/layout/vProcess5"/>
    <dgm:cxn modelId="{F9E0C750-C1C6-47EF-9352-F9C48B2558D8}" type="presParOf" srcId="{1D40E9D4-75A9-4385-9FA7-E15C61E39D20}" destId="{13490F60-A0B7-4866-A8AC-5725F6B25C2D}" srcOrd="5" destOrd="0" presId="urn:microsoft.com/office/officeart/2005/8/layout/vProcess5"/>
    <dgm:cxn modelId="{8A578109-462F-405E-BD29-72791C64BF30}" type="presParOf" srcId="{1D40E9D4-75A9-4385-9FA7-E15C61E39D20}" destId="{509EB1CE-AA7A-428E-894D-700690420C7E}" srcOrd="6" destOrd="0" presId="urn:microsoft.com/office/officeart/2005/8/layout/vProcess5"/>
    <dgm:cxn modelId="{D6126A26-7379-41BF-A568-3A2E2D9B2032}" type="presParOf" srcId="{1D40E9D4-75A9-4385-9FA7-E15C61E39D20}" destId="{72BC98D8-4F5F-4185-A7CB-A6C65EBC154D}" srcOrd="7" destOrd="0" presId="urn:microsoft.com/office/officeart/2005/8/layout/vProcess5"/>
    <dgm:cxn modelId="{1D5A6353-EE3F-4E60-B0A4-9114C797BEBC}" type="presParOf" srcId="{1D40E9D4-75A9-4385-9FA7-E15C61E39D20}" destId="{E9DEA29F-ACA6-404F-BCE3-7F36C6632C66}" srcOrd="8" destOrd="0" presId="urn:microsoft.com/office/officeart/2005/8/layout/vProcess5"/>
    <dgm:cxn modelId="{7226EAF3-CB4A-4DC6-9E30-8B56465DB2F2}" type="presParOf" srcId="{1D40E9D4-75A9-4385-9FA7-E15C61E39D20}" destId="{19F6A670-34C5-41DA-8B65-BEA813773047}" srcOrd="9" destOrd="0" presId="urn:microsoft.com/office/officeart/2005/8/layout/vProcess5"/>
    <dgm:cxn modelId="{DAD15A48-7C4C-413F-82FB-6DAFC0C0183F}" type="presParOf" srcId="{1D40E9D4-75A9-4385-9FA7-E15C61E39D20}" destId="{3EF0AB4D-E74A-46E6-AB14-20705698CA3F}" srcOrd="10" destOrd="0" presId="urn:microsoft.com/office/officeart/2005/8/layout/vProcess5"/>
    <dgm:cxn modelId="{1748777E-3D1C-444D-8CCD-C1123C8079AE}" type="presParOf" srcId="{1D40E9D4-75A9-4385-9FA7-E15C61E39D20}" destId="{F91D565C-FEB3-41A5-B9A6-51CBE571CFA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9608BF9-D6BB-43BE-98DD-3641652556A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BE"/>
        </a:p>
      </dgm:t>
    </dgm:pt>
    <dgm:pt modelId="{1DF5F487-01FB-45A4-9BB3-F4E9672DFC8C}">
      <dgm:prSet custT="1"/>
      <dgm:spPr/>
      <dgm:t>
        <a:bodyPr/>
        <a:lstStyle/>
        <a:p>
          <a:r>
            <a:rPr lang="fr-BE" sz="1300" dirty="0"/>
            <a:t>✅ </a:t>
          </a:r>
          <a:r>
            <a:rPr lang="fr-BE" sz="1800" dirty="0" err="1"/>
            <a:t>Summary</a:t>
          </a:r>
          <a:r>
            <a:rPr lang="fr-BE" sz="1300" dirty="0"/>
            <a:t>:</a:t>
          </a:r>
        </a:p>
      </dgm:t>
    </dgm:pt>
    <dgm:pt modelId="{92BC5E64-8745-4BF9-B1E5-6CB2DC85608A}" type="parTrans" cxnId="{6D156E6C-DC51-4C88-B675-C6CFA3E37FAA}">
      <dgm:prSet/>
      <dgm:spPr/>
      <dgm:t>
        <a:bodyPr/>
        <a:lstStyle/>
        <a:p>
          <a:endParaRPr lang="fr-BE"/>
        </a:p>
      </dgm:t>
    </dgm:pt>
    <dgm:pt modelId="{3C38188C-B5CD-4352-BB82-94FFCA34EB99}" type="sibTrans" cxnId="{6D156E6C-DC51-4C88-B675-C6CFA3E37FAA}">
      <dgm:prSet/>
      <dgm:spPr/>
      <dgm:t>
        <a:bodyPr/>
        <a:lstStyle/>
        <a:p>
          <a:endParaRPr lang="fr-BE"/>
        </a:p>
      </dgm:t>
    </dgm:pt>
    <dgm:pt modelId="{76E44C2C-7DED-45D4-AF4B-DE1AAA226B2D}">
      <dgm:prSet custT="1"/>
      <dgm:spPr/>
      <dgm:t>
        <a:bodyPr/>
        <a:lstStyle/>
        <a:p>
          <a:r>
            <a:rPr lang="en-US" sz="1500" dirty="0"/>
            <a:t>- </a:t>
          </a:r>
          <a:r>
            <a:rPr lang="en-US" sz="1800" dirty="0"/>
            <a:t>Data collected via web scraping</a:t>
          </a:r>
          <a:r>
            <a:rPr lang="ro-RO" sz="1800" dirty="0"/>
            <a:t>;</a:t>
          </a:r>
          <a:endParaRPr lang="fr-BE" sz="1800" dirty="0"/>
        </a:p>
      </dgm:t>
    </dgm:pt>
    <dgm:pt modelId="{CFA089F4-BD28-4BAF-BA84-1ABB9D5E556D}" type="parTrans" cxnId="{8F6BC3DF-32C0-463A-B642-A85C5E44AE4C}">
      <dgm:prSet/>
      <dgm:spPr/>
      <dgm:t>
        <a:bodyPr/>
        <a:lstStyle/>
        <a:p>
          <a:endParaRPr lang="fr-BE"/>
        </a:p>
      </dgm:t>
    </dgm:pt>
    <dgm:pt modelId="{FD36F746-B4BA-4F09-A28B-A0894CECC671}" type="sibTrans" cxnId="{8F6BC3DF-32C0-463A-B642-A85C5E44AE4C}">
      <dgm:prSet/>
      <dgm:spPr/>
      <dgm:t>
        <a:bodyPr/>
        <a:lstStyle/>
        <a:p>
          <a:endParaRPr lang="fr-BE"/>
        </a:p>
      </dgm:t>
    </dgm:pt>
    <dgm:pt modelId="{11372208-669E-486D-966D-C2F04A0274EA}">
      <dgm:prSet custT="1"/>
      <dgm:spPr/>
      <dgm:t>
        <a:bodyPr/>
        <a:lstStyle/>
        <a:p>
          <a:r>
            <a:rPr lang="en-US" sz="1800" dirty="0"/>
            <a:t>Successful preprocessing and exploratory analysis</a:t>
          </a:r>
          <a:r>
            <a:rPr lang="ro-RO" sz="1500" dirty="0"/>
            <a:t>;</a:t>
          </a:r>
          <a:endParaRPr lang="fr-BE" sz="1500" dirty="0"/>
        </a:p>
      </dgm:t>
    </dgm:pt>
    <dgm:pt modelId="{222880E1-02A2-41BE-8FCF-7EAFF186C0D2}" type="parTrans" cxnId="{C34C9C21-9911-4B7B-9505-8339A77169B3}">
      <dgm:prSet/>
      <dgm:spPr/>
      <dgm:t>
        <a:bodyPr/>
        <a:lstStyle/>
        <a:p>
          <a:endParaRPr lang="fr-BE"/>
        </a:p>
      </dgm:t>
    </dgm:pt>
    <dgm:pt modelId="{91852B95-1E12-4CB4-B7D7-D7F1F60484F3}" type="sibTrans" cxnId="{C34C9C21-9911-4B7B-9505-8339A77169B3}">
      <dgm:prSet/>
      <dgm:spPr/>
      <dgm:t>
        <a:bodyPr/>
        <a:lstStyle/>
        <a:p>
          <a:endParaRPr lang="fr-BE"/>
        </a:p>
      </dgm:t>
    </dgm:pt>
    <dgm:pt modelId="{49AFBEAE-EA2C-4635-8052-D6E1C429E858}">
      <dgm:prSet custT="1"/>
      <dgm:spPr/>
      <dgm:t>
        <a:bodyPr/>
        <a:lstStyle/>
        <a:p>
          <a:r>
            <a:rPr lang="en-US" sz="1500" dirty="0"/>
            <a:t>- </a:t>
          </a:r>
          <a:r>
            <a:rPr lang="en-US" sz="1800" dirty="0"/>
            <a:t>Predictive model with approximately 85% accuracy</a:t>
          </a:r>
          <a:r>
            <a:rPr lang="ro-RO" sz="1500" dirty="0"/>
            <a:t>.</a:t>
          </a:r>
          <a:endParaRPr lang="fr-BE" sz="1500" dirty="0"/>
        </a:p>
      </dgm:t>
    </dgm:pt>
    <dgm:pt modelId="{357877D0-9F21-4917-9FD1-9D167C18442D}" type="parTrans" cxnId="{B309CDC6-F1C9-4E99-BB6F-3F88534D50DE}">
      <dgm:prSet/>
      <dgm:spPr/>
      <dgm:t>
        <a:bodyPr/>
        <a:lstStyle/>
        <a:p>
          <a:endParaRPr lang="fr-BE"/>
        </a:p>
      </dgm:t>
    </dgm:pt>
    <dgm:pt modelId="{C1FFFD01-FCEC-4D8E-BAA4-CE8517EA2B01}" type="sibTrans" cxnId="{B309CDC6-F1C9-4E99-BB6F-3F88534D50DE}">
      <dgm:prSet/>
      <dgm:spPr/>
      <dgm:t>
        <a:bodyPr/>
        <a:lstStyle/>
        <a:p>
          <a:endParaRPr lang="fr-BE"/>
        </a:p>
      </dgm:t>
    </dgm:pt>
    <dgm:pt modelId="{8CBCDDEB-B1E4-4ED0-B924-323D735EB77E}">
      <dgm:prSet custT="1"/>
      <dgm:spPr/>
      <dgm:t>
        <a:bodyPr/>
        <a:lstStyle/>
        <a:p>
          <a:r>
            <a:rPr lang="fr-BE" sz="1500" dirty="0"/>
            <a:t>🚀 </a:t>
          </a:r>
          <a:r>
            <a:rPr lang="fr-BE" sz="1800" dirty="0"/>
            <a:t>Future </a:t>
          </a:r>
          <a:r>
            <a:rPr lang="fr-BE" sz="1800" dirty="0" err="1"/>
            <a:t>work</a:t>
          </a:r>
          <a:r>
            <a:rPr lang="fr-BE" sz="1800" dirty="0"/>
            <a:t>:</a:t>
          </a:r>
        </a:p>
      </dgm:t>
    </dgm:pt>
    <dgm:pt modelId="{E148E68D-FA66-4BE9-8D1E-37935B1E1661}" type="parTrans" cxnId="{905254A4-2BAD-4CA3-84A4-27D57ECD6EF4}">
      <dgm:prSet/>
      <dgm:spPr/>
      <dgm:t>
        <a:bodyPr/>
        <a:lstStyle/>
        <a:p>
          <a:endParaRPr lang="fr-BE"/>
        </a:p>
      </dgm:t>
    </dgm:pt>
    <dgm:pt modelId="{7ADDF72B-09B9-42F5-AE3A-1693D8B58D7B}" type="sibTrans" cxnId="{905254A4-2BAD-4CA3-84A4-27D57ECD6EF4}">
      <dgm:prSet/>
      <dgm:spPr/>
      <dgm:t>
        <a:bodyPr/>
        <a:lstStyle/>
        <a:p>
          <a:endParaRPr lang="fr-BE"/>
        </a:p>
      </dgm:t>
    </dgm:pt>
    <dgm:pt modelId="{3BB279D4-1B5A-44E4-8C28-150527016FB4}">
      <dgm:prSet custT="1"/>
      <dgm:spPr/>
      <dgm:t>
        <a:bodyPr/>
        <a:lstStyle/>
        <a:p>
          <a:r>
            <a:rPr lang="en-US" sz="1500" dirty="0"/>
            <a:t>- </a:t>
          </a:r>
          <a:r>
            <a:rPr lang="en-US" sz="1800" dirty="0"/>
            <a:t>Increase dataset size for better accuracy</a:t>
          </a:r>
          <a:r>
            <a:rPr lang="ro-RO" sz="1500" dirty="0"/>
            <a:t>;</a:t>
          </a:r>
        </a:p>
      </dgm:t>
    </dgm:pt>
    <dgm:pt modelId="{8D844B57-F978-41A4-934B-6A49323F0033}" type="parTrans" cxnId="{33D03016-CE30-4A23-A139-6AB5FAAB9E8C}">
      <dgm:prSet/>
      <dgm:spPr/>
      <dgm:t>
        <a:bodyPr/>
        <a:lstStyle/>
        <a:p>
          <a:endParaRPr lang="fr-BE"/>
        </a:p>
      </dgm:t>
    </dgm:pt>
    <dgm:pt modelId="{5DF24301-1C38-406C-BF25-6D2BA31FBE5E}" type="sibTrans" cxnId="{33D03016-CE30-4A23-A139-6AB5FAAB9E8C}">
      <dgm:prSet/>
      <dgm:spPr/>
      <dgm:t>
        <a:bodyPr/>
        <a:lstStyle/>
        <a:p>
          <a:endParaRPr lang="fr-BE"/>
        </a:p>
      </dgm:t>
    </dgm:pt>
    <dgm:pt modelId="{B78F72D7-787D-4D05-A98D-0928F46B36B0}">
      <dgm:prSet custT="1"/>
      <dgm:spPr/>
      <dgm:t>
        <a:bodyPr/>
        <a:lstStyle/>
        <a:p>
          <a:r>
            <a:rPr lang="fr-BE" sz="1500" dirty="0"/>
            <a:t>- </a:t>
          </a:r>
          <a:r>
            <a:rPr lang="fr-BE" sz="1800" dirty="0" err="1"/>
            <a:t>Optimize</a:t>
          </a:r>
          <a:r>
            <a:rPr lang="fr-BE" sz="1800" dirty="0"/>
            <a:t> model </a:t>
          </a:r>
          <a:r>
            <a:rPr lang="fr-BE" sz="1800" dirty="0" err="1"/>
            <a:t>hyperparameters</a:t>
          </a:r>
          <a:endParaRPr lang="fr-BE" sz="1800" dirty="0"/>
        </a:p>
        <a:p>
          <a:r>
            <a:rPr lang="en-US" sz="1800" dirty="0"/>
            <a:t>- Develop an interactive web application for price estimation</a:t>
          </a:r>
          <a:r>
            <a:rPr lang="en-US" sz="1500" dirty="0"/>
            <a:t>.</a:t>
          </a:r>
          <a:endParaRPr lang="fr-BE" sz="1500" dirty="0"/>
        </a:p>
      </dgm:t>
    </dgm:pt>
    <dgm:pt modelId="{AF8B4A09-4B13-4F02-B744-FC783451262D}" type="parTrans" cxnId="{BD39A438-7775-4114-925F-18CC29B35AB8}">
      <dgm:prSet/>
      <dgm:spPr/>
      <dgm:t>
        <a:bodyPr/>
        <a:lstStyle/>
        <a:p>
          <a:endParaRPr lang="fr-BE"/>
        </a:p>
      </dgm:t>
    </dgm:pt>
    <dgm:pt modelId="{FE157C50-42E2-478C-8EBB-23063FC2EE8E}" type="sibTrans" cxnId="{BD39A438-7775-4114-925F-18CC29B35AB8}">
      <dgm:prSet/>
      <dgm:spPr/>
      <dgm:t>
        <a:bodyPr/>
        <a:lstStyle/>
        <a:p>
          <a:endParaRPr lang="fr-BE"/>
        </a:p>
      </dgm:t>
    </dgm:pt>
    <dgm:pt modelId="{65EE5C2E-51CE-41C6-8406-7799DE7556EB}">
      <dgm:prSet/>
      <dgm:spPr/>
      <dgm:t>
        <a:bodyPr/>
        <a:lstStyle/>
        <a:p>
          <a:endParaRPr lang="fr-BE"/>
        </a:p>
      </dgm:t>
    </dgm:pt>
    <dgm:pt modelId="{1AC2F441-2ADB-4D04-BBC3-C6BBB4870E55}" type="parTrans" cxnId="{544EB3B1-E829-4DE5-A3E1-13136FA90E53}">
      <dgm:prSet/>
      <dgm:spPr/>
      <dgm:t>
        <a:bodyPr/>
        <a:lstStyle/>
        <a:p>
          <a:endParaRPr lang="fr-BE"/>
        </a:p>
      </dgm:t>
    </dgm:pt>
    <dgm:pt modelId="{37E8476A-C253-40E8-9DCF-B8803DC01A5E}" type="sibTrans" cxnId="{544EB3B1-E829-4DE5-A3E1-13136FA90E53}">
      <dgm:prSet/>
      <dgm:spPr/>
      <dgm:t>
        <a:bodyPr/>
        <a:lstStyle/>
        <a:p>
          <a:endParaRPr lang="fr-BE"/>
        </a:p>
      </dgm:t>
    </dgm:pt>
    <dgm:pt modelId="{F9E26B91-09F3-40CF-8614-FFE9D9B54434}" type="pres">
      <dgm:prSet presAssocID="{79608BF9-D6BB-43BE-98DD-3641652556AE}" presName="Name0" presStyleCnt="0">
        <dgm:presLayoutVars>
          <dgm:chMax val="7"/>
          <dgm:chPref val="7"/>
          <dgm:dir/>
        </dgm:presLayoutVars>
      </dgm:prSet>
      <dgm:spPr/>
    </dgm:pt>
    <dgm:pt modelId="{0DBA7586-EC18-4D36-A6A0-5383D9BAA940}" type="pres">
      <dgm:prSet presAssocID="{79608BF9-D6BB-43BE-98DD-3641652556AE}" presName="Name1" presStyleCnt="0"/>
      <dgm:spPr/>
    </dgm:pt>
    <dgm:pt modelId="{18072441-0118-444F-894F-2CDC5DF773AD}" type="pres">
      <dgm:prSet presAssocID="{79608BF9-D6BB-43BE-98DD-3641652556AE}" presName="cycle" presStyleCnt="0"/>
      <dgm:spPr/>
    </dgm:pt>
    <dgm:pt modelId="{EF83F2A7-B3CB-433E-9E75-C26CB0217DCD}" type="pres">
      <dgm:prSet presAssocID="{79608BF9-D6BB-43BE-98DD-3641652556AE}" presName="srcNode" presStyleLbl="node1" presStyleIdx="0" presStyleCnt="7"/>
      <dgm:spPr/>
    </dgm:pt>
    <dgm:pt modelId="{EAFBAB87-9AD5-479C-AA26-798FE7B76E9D}" type="pres">
      <dgm:prSet presAssocID="{79608BF9-D6BB-43BE-98DD-3641652556AE}" presName="conn" presStyleLbl="parChTrans1D2" presStyleIdx="0" presStyleCnt="1"/>
      <dgm:spPr/>
    </dgm:pt>
    <dgm:pt modelId="{C29A1774-809E-49BD-9A59-B3EE29BE1EEC}" type="pres">
      <dgm:prSet presAssocID="{79608BF9-D6BB-43BE-98DD-3641652556AE}" presName="extraNode" presStyleLbl="node1" presStyleIdx="0" presStyleCnt="7"/>
      <dgm:spPr/>
    </dgm:pt>
    <dgm:pt modelId="{B30D54C4-7F43-4166-86F5-DB292D55FD08}" type="pres">
      <dgm:prSet presAssocID="{79608BF9-D6BB-43BE-98DD-3641652556AE}" presName="dstNode" presStyleLbl="node1" presStyleIdx="0" presStyleCnt="7"/>
      <dgm:spPr/>
    </dgm:pt>
    <dgm:pt modelId="{96726FA0-4867-454D-AA5F-DD11C8292977}" type="pres">
      <dgm:prSet presAssocID="{1DF5F487-01FB-45A4-9BB3-F4E9672DFC8C}" presName="text_1" presStyleLbl="node1" presStyleIdx="0" presStyleCnt="7" custScaleY="107537" custLinFactNeighborX="5" custLinFactNeighborY="-19475">
        <dgm:presLayoutVars>
          <dgm:bulletEnabled val="1"/>
        </dgm:presLayoutVars>
      </dgm:prSet>
      <dgm:spPr/>
    </dgm:pt>
    <dgm:pt modelId="{C1E395DB-F95F-45B8-A654-EED3D96E78A3}" type="pres">
      <dgm:prSet presAssocID="{1DF5F487-01FB-45A4-9BB3-F4E9672DFC8C}" presName="accent_1" presStyleCnt="0"/>
      <dgm:spPr/>
    </dgm:pt>
    <dgm:pt modelId="{E870AE34-9354-4585-B9BC-A32190BA94EF}" type="pres">
      <dgm:prSet presAssocID="{1DF5F487-01FB-45A4-9BB3-F4E9672DFC8C}" presName="accentRepeatNode" presStyleLbl="solidFgAcc1" presStyleIdx="0" presStyleCnt="7"/>
      <dgm:spPr/>
    </dgm:pt>
    <dgm:pt modelId="{7E5C1F36-654F-4C21-921D-E8A8A7406F0B}" type="pres">
      <dgm:prSet presAssocID="{76E44C2C-7DED-45D4-AF4B-DE1AAA226B2D}" presName="text_2" presStyleLbl="node1" presStyleIdx="1" presStyleCnt="7" custScaleY="84038" custLinFactNeighborX="862" custLinFactNeighborY="-41385">
        <dgm:presLayoutVars>
          <dgm:bulletEnabled val="1"/>
        </dgm:presLayoutVars>
      </dgm:prSet>
      <dgm:spPr/>
    </dgm:pt>
    <dgm:pt modelId="{3B8545B6-4EFD-4EBD-99EF-850D01D524EC}" type="pres">
      <dgm:prSet presAssocID="{76E44C2C-7DED-45D4-AF4B-DE1AAA226B2D}" presName="accent_2" presStyleCnt="0"/>
      <dgm:spPr/>
    </dgm:pt>
    <dgm:pt modelId="{E8D32EE5-CE8F-497C-A769-6FEFA4A29569}" type="pres">
      <dgm:prSet presAssocID="{76E44C2C-7DED-45D4-AF4B-DE1AAA226B2D}" presName="accentRepeatNode" presStyleLbl="solidFgAcc1" presStyleIdx="1" presStyleCnt="7"/>
      <dgm:spPr/>
    </dgm:pt>
    <dgm:pt modelId="{A0F0587B-8BAE-42DA-9A30-F37E6BCFCDE2}" type="pres">
      <dgm:prSet presAssocID="{11372208-669E-486D-966D-C2F04A0274EA}" presName="text_3" presStyleLbl="node1" presStyleIdx="2" presStyleCnt="7" custLinFactNeighborX="888" custLinFactNeighborY="-56837">
        <dgm:presLayoutVars>
          <dgm:bulletEnabled val="1"/>
        </dgm:presLayoutVars>
      </dgm:prSet>
      <dgm:spPr/>
    </dgm:pt>
    <dgm:pt modelId="{E0AE23B9-6CB7-4B94-AE9B-BC92DCE00906}" type="pres">
      <dgm:prSet presAssocID="{11372208-669E-486D-966D-C2F04A0274EA}" presName="accent_3" presStyleCnt="0"/>
      <dgm:spPr/>
    </dgm:pt>
    <dgm:pt modelId="{74E64154-22C2-44ED-BAB2-C403B4588C93}" type="pres">
      <dgm:prSet presAssocID="{11372208-669E-486D-966D-C2F04A0274EA}" presName="accentRepeatNode" presStyleLbl="solidFgAcc1" presStyleIdx="2" presStyleCnt="7"/>
      <dgm:spPr/>
    </dgm:pt>
    <dgm:pt modelId="{74E6BD57-CBB7-4F87-9993-5427A099DEF9}" type="pres">
      <dgm:prSet presAssocID="{49AFBEAE-EA2C-4635-8052-D6E1C429E858}" presName="text_4" presStyleLbl="node1" presStyleIdx="3" presStyleCnt="7" custLinFactNeighborX="896" custLinFactNeighborY="-48688">
        <dgm:presLayoutVars>
          <dgm:bulletEnabled val="1"/>
        </dgm:presLayoutVars>
      </dgm:prSet>
      <dgm:spPr/>
    </dgm:pt>
    <dgm:pt modelId="{7F0AE36F-FDB2-4310-B3A8-7C488E63899A}" type="pres">
      <dgm:prSet presAssocID="{49AFBEAE-EA2C-4635-8052-D6E1C429E858}" presName="accent_4" presStyleCnt="0"/>
      <dgm:spPr/>
    </dgm:pt>
    <dgm:pt modelId="{1BD2A7CD-F22D-4FA2-9318-1CA263E30C29}" type="pres">
      <dgm:prSet presAssocID="{49AFBEAE-EA2C-4635-8052-D6E1C429E858}" presName="accentRepeatNode" presStyleLbl="solidFgAcc1" presStyleIdx="3" presStyleCnt="7"/>
      <dgm:spPr/>
    </dgm:pt>
    <dgm:pt modelId="{4A85BEB7-0D9D-4233-AE3E-BD0596114D29}" type="pres">
      <dgm:prSet presAssocID="{8CBCDDEB-B1E4-4ED0-B924-323D735EB77E}" presName="text_5" presStyleLbl="node1" presStyleIdx="4" presStyleCnt="7" custLinFactNeighborX="888" custLinFactNeighborY="-48689">
        <dgm:presLayoutVars>
          <dgm:bulletEnabled val="1"/>
        </dgm:presLayoutVars>
      </dgm:prSet>
      <dgm:spPr/>
    </dgm:pt>
    <dgm:pt modelId="{0D158757-0186-4C21-A3AD-256F72F28142}" type="pres">
      <dgm:prSet presAssocID="{8CBCDDEB-B1E4-4ED0-B924-323D735EB77E}" presName="accent_5" presStyleCnt="0"/>
      <dgm:spPr/>
    </dgm:pt>
    <dgm:pt modelId="{26CC2916-800E-4EB0-8B80-7FC65CF3912F}" type="pres">
      <dgm:prSet presAssocID="{8CBCDDEB-B1E4-4ED0-B924-323D735EB77E}" presName="accentRepeatNode" presStyleLbl="solidFgAcc1" presStyleIdx="4" presStyleCnt="7"/>
      <dgm:spPr/>
    </dgm:pt>
    <dgm:pt modelId="{EA0972FE-8D05-4825-BE8A-F11C221CDF53}" type="pres">
      <dgm:prSet presAssocID="{3BB279D4-1B5A-44E4-8C28-150527016FB4}" presName="text_6" presStyleLbl="node1" presStyleIdx="5" presStyleCnt="7" custScaleY="100978" custLinFactNeighborX="862" custLinFactNeighborY="-51199">
        <dgm:presLayoutVars>
          <dgm:bulletEnabled val="1"/>
        </dgm:presLayoutVars>
      </dgm:prSet>
      <dgm:spPr/>
    </dgm:pt>
    <dgm:pt modelId="{B4BE9DC7-5A71-45D6-9F8F-89163B3861F2}" type="pres">
      <dgm:prSet presAssocID="{3BB279D4-1B5A-44E4-8C28-150527016FB4}" presName="accent_6" presStyleCnt="0"/>
      <dgm:spPr/>
    </dgm:pt>
    <dgm:pt modelId="{A9D782AB-577D-437F-BA1E-E7A704DBBCBD}" type="pres">
      <dgm:prSet presAssocID="{3BB279D4-1B5A-44E4-8C28-150527016FB4}" presName="accentRepeatNode" presStyleLbl="solidFgAcc1" presStyleIdx="5" presStyleCnt="7"/>
      <dgm:spPr/>
    </dgm:pt>
    <dgm:pt modelId="{1DF3503E-F584-434A-A06B-41AB935F4937}" type="pres">
      <dgm:prSet presAssocID="{B78F72D7-787D-4D05-A98D-0928F46B36B0}" presName="text_7" presStyleLbl="node1" presStyleIdx="6" presStyleCnt="7" custScaleY="138681" custLinFactNeighborX="818" custLinFactNeighborY="-44785">
        <dgm:presLayoutVars>
          <dgm:bulletEnabled val="1"/>
        </dgm:presLayoutVars>
      </dgm:prSet>
      <dgm:spPr/>
    </dgm:pt>
    <dgm:pt modelId="{532FF7CC-AC15-406B-AB5C-84C8BBE31FEB}" type="pres">
      <dgm:prSet presAssocID="{B78F72D7-787D-4D05-A98D-0928F46B36B0}" presName="accent_7" presStyleCnt="0"/>
      <dgm:spPr/>
    </dgm:pt>
    <dgm:pt modelId="{49A21BE7-AF9D-48F1-9B36-A996CBCB5F99}" type="pres">
      <dgm:prSet presAssocID="{B78F72D7-787D-4D05-A98D-0928F46B36B0}" presName="accentRepeatNode" presStyleLbl="solidFgAcc1" presStyleIdx="6" presStyleCnt="7"/>
      <dgm:spPr/>
    </dgm:pt>
  </dgm:ptLst>
  <dgm:cxnLst>
    <dgm:cxn modelId="{33D03016-CE30-4A23-A139-6AB5FAAB9E8C}" srcId="{79608BF9-D6BB-43BE-98DD-3641652556AE}" destId="{3BB279D4-1B5A-44E4-8C28-150527016FB4}" srcOrd="5" destOrd="0" parTransId="{8D844B57-F978-41A4-934B-6A49323F0033}" sibTransId="{5DF24301-1C38-406C-BF25-6D2BA31FBE5E}"/>
    <dgm:cxn modelId="{C34C9C21-9911-4B7B-9505-8339A77169B3}" srcId="{79608BF9-D6BB-43BE-98DD-3641652556AE}" destId="{11372208-669E-486D-966D-C2F04A0274EA}" srcOrd="2" destOrd="0" parTransId="{222880E1-02A2-41BE-8FCF-7EAFF186C0D2}" sibTransId="{91852B95-1E12-4CB4-B7D7-D7F1F60484F3}"/>
    <dgm:cxn modelId="{BD39A438-7775-4114-925F-18CC29B35AB8}" srcId="{79608BF9-D6BB-43BE-98DD-3641652556AE}" destId="{B78F72D7-787D-4D05-A98D-0928F46B36B0}" srcOrd="6" destOrd="0" parTransId="{AF8B4A09-4B13-4F02-B744-FC783451262D}" sibTransId="{FE157C50-42E2-478C-8EBB-23063FC2EE8E}"/>
    <dgm:cxn modelId="{3ED74064-CFCD-4D56-B29A-4A85C0C9CE69}" type="presOf" srcId="{B78F72D7-787D-4D05-A98D-0928F46B36B0}" destId="{1DF3503E-F584-434A-A06B-41AB935F4937}" srcOrd="0" destOrd="0" presId="urn:microsoft.com/office/officeart/2008/layout/VerticalCurvedList"/>
    <dgm:cxn modelId="{324E6C6A-B1C4-4A1B-A3FE-76CB88F74FAF}" type="presOf" srcId="{76E44C2C-7DED-45D4-AF4B-DE1AAA226B2D}" destId="{7E5C1F36-654F-4C21-921D-E8A8A7406F0B}" srcOrd="0" destOrd="0" presId="urn:microsoft.com/office/officeart/2008/layout/VerticalCurvedList"/>
    <dgm:cxn modelId="{6D156E6C-DC51-4C88-B675-C6CFA3E37FAA}" srcId="{79608BF9-D6BB-43BE-98DD-3641652556AE}" destId="{1DF5F487-01FB-45A4-9BB3-F4E9672DFC8C}" srcOrd="0" destOrd="0" parTransId="{92BC5E64-8745-4BF9-B1E5-6CB2DC85608A}" sibTransId="{3C38188C-B5CD-4352-BB82-94FFCA34EB99}"/>
    <dgm:cxn modelId="{41432A4D-FAC5-4DD4-B65C-269768A0692C}" type="presOf" srcId="{8CBCDDEB-B1E4-4ED0-B924-323D735EB77E}" destId="{4A85BEB7-0D9D-4233-AE3E-BD0596114D29}" srcOrd="0" destOrd="0" presId="urn:microsoft.com/office/officeart/2008/layout/VerticalCurvedList"/>
    <dgm:cxn modelId="{245F9B73-DDBC-481B-9D2D-F070201033B7}" type="presOf" srcId="{1DF5F487-01FB-45A4-9BB3-F4E9672DFC8C}" destId="{96726FA0-4867-454D-AA5F-DD11C8292977}" srcOrd="0" destOrd="0" presId="urn:microsoft.com/office/officeart/2008/layout/VerticalCurvedList"/>
    <dgm:cxn modelId="{9D4A0B82-CED8-44CA-870E-22047C107EA8}" type="presOf" srcId="{3C38188C-B5CD-4352-BB82-94FFCA34EB99}" destId="{EAFBAB87-9AD5-479C-AA26-798FE7B76E9D}" srcOrd="0" destOrd="0" presId="urn:microsoft.com/office/officeart/2008/layout/VerticalCurvedList"/>
    <dgm:cxn modelId="{905254A4-2BAD-4CA3-84A4-27D57ECD6EF4}" srcId="{79608BF9-D6BB-43BE-98DD-3641652556AE}" destId="{8CBCDDEB-B1E4-4ED0-B924-323D735EB77E}" srcOrd="4" destOrd="0" parTransId="{E148E68D-FA66-4BE9-8D1E-37935B1E1661}" sibTransId="{7ADDF72B-09B9-42F5-AE3A-1693D8B58D7B}"/>
    <dgm:cxn modelId="{544EB3B1-E829-4DE5-A3E1-13136FA90E53}" srcId="{79608BF9-D6BB-43BE-98DD-3641652556AE}" destId="{65EE5C2E-51CE-41C6-8406-7799DE7556EB}" srcOrd="7" destOrd="0" parTransId="{1AC2F441-2ADB-4D04-BBC3-C6BBB4870E55}" sibTransId="{37E8476A-C253-40E8-9DCF-B8803DC01A5E}"/>
    <dgm:cxn modelId="{B309CDC6-F1C9-4E99-BB6F-3F88534D50DE}" srcId="{79608BF9-D6BB-43BE-98DD-3641652556AE}" destId="{49AFBEAE-EA2C-4635-8052-D6E1C429E858}" srcOrd="3" destOrd="0" parTransId="{357877D0-9F21-4917-9FD1-9D167C18442D}" sibTransId="{C1FFFD01-FCEC-4D8E-BAA4-CE8517EA2B01}"/>
    <dgm:cxn modelId="{41806CC9-23E8-40E4-98D4-A34FEFA5C250}" type="presOf" srcId="{79608BF9-D6BB-43BE-98DD-3641652556AE}" destId="{F9E26B91-09F3-40CF-8614-FFE9D9B54434}" srcOrd="0" destOrd="0" presId="urn:microsoft.com/office/officeart/2008/layout/VerticalCurvedList"/>
    <dgm:cxn modelId="{89D767D6-CAD1-4BC9-933B-081D19D7465F}" type="presOf" srcId="{11372208-669E-486D-966D-C2F04A0274EA}" destId="{A0F0587B-8BAE-42DA-9A30-F37E6BCFCDE2}" srcOrd="0" destOrd="0" presId="urn:microsoft.com/office/officeart/2008/layout/VerticalCurvedList"/>
    <dgm:cxn modelId="{8F6BC3DF-32C0-463A-B642-A85C5E44AE4C}" srcId="{79608BF9-D6BB-43BE-98DD-3641652556AE}" destId="{76E44C2C-7DED-45D4-AF4B-DE1AAA226B2D}" srcOrd="1" destOrd="0" parTransId="{CFA089F4-BD28-4BAF-BA84-1ABB9D5E556D}" sibTransId="{FD36F746-B4BA-4F09-A28B-A0894CECC671}"/>
    <dgm:cxn modelId="{CEA827E2-3AAC-44B7-834C-C03653EDEF44}" type="presOf" srcId="{49AFBEAE-EA2C-4635-8052-D6E1C429E858}" destId="{74E6BD57-CBB7-4F87-9993-5427A099DEF9}" srcOrd="0" destOrd="0" presId="urn:microsoft.com/office/officeart/2008/layout/VerticalCurvedList"/>
    <dgm:cxn modelId="{E43F80E7-79BD-438F-8EFF-1E01BA3BC911}" type="presOf" srcId="{3BB279D4-1B5A-44E4-8C28-150527016FB4}" destId="{EA0972FE-8D05-4825-BE8A-F11C221CDF53}" srcOrd="0" destOrd="0" presId="urn:microsoft.com/office/officeart/2008/layout/VerticalCurvedList"/>
    <dgm:cxn modelId="{226C8131-8E72-4A94-A00C-83394A5FA59C}" type="presParOf" srcId="{F9E26B91-09F3-40CF-8614-FFE9D9B54434}" destId="{0DBA7586-EC18-4D36-A6A0-5383D9BAA940}" srcOrd="0" destOrd="0" presId="urn:microsoft.com/office/officeart/2008/layout/VerticalCurvedList"/>
    <dgm:cxn modelId="{5BF43561-9BB9-464E-86E0-6CC2DDF1C33E}" type="presParOf" srcId="{0DBA7586-EC18-4D36-A6A0-5383D9BAA940}" destId="{18072441-0118-444F-894F-2CDC5DF773AD}" srcOrd="0" destOrd="0" presId="urn:microsoft.com/office/officeart/2008/layout/VerticalCurvedList"/>
    <dgm:cxn modelId="{99DCD69C-94BA-4E2C-B00A-C41E6D3F09F2}" type="presParOf" srcId="{18072441-0118-444F-894F-2CDC5DF773AD}" destId="{EF83F2A7-B3CB-433E-9E75-C26CB0217DCD}" srcOrd="0" destOrd="0" presId="urn:microsoft.com/office/officeart/2008/layout/VerticalCurvedList"/>
    <dgm:cxn modelId="{97CEC2B2-6674-4B8F-B6DC-E245B538D98D}" type="presParOf" srcId="{18072441-0118-444F-894F-2CDC5DF773AD}" destId="{EAFBAB87-9AD5-479C-AA26-798FE7B76E9D}" srcOrd="1" destOrd="0" presId="urn:microsoft.com/office/officeart/2008/layout/VerticalCurvedList"/>
    <dgm:cxn modelId="{D35F0B6D-4CA2-464B-9AFB-D9EBE8EBDE4E}" type="presParOf" srcId="{18072441-0118-444F-894F-2CDC5DF773AD}" destId="{C29A1774-809E-49BD-9A59-B3EE29BE1EEC}" srcOrd="2" destOrd="0" presId="urn:microsoft.com/office/officeart/2008/layout/VerticalCurvedList"/>
    <dgm:cxn modelId="{9F2544D9-6DC1-4D18-8E1E-38FCEF35C424}" type="presParOf" srcId="{18072441-0118-444F-894F-2CDC5DF773AD}" destId="{B30D54C4-7F43-4166-86F5-DB292D55FD08}" srcOrd="3" destOrd="0" presId="urn:microsoft.com/office/officeart/2008/layout/VerticalCurvedList"/>
    <dgm:cxn modelId="{9C7BFD59-E8BE-48DC-9170-CF388E80854E}" type="presParOf" srcId="{0DBA7586-EC18-4D36-A6A0-5383D9BAA940}" destId="{96726FA0-4867-454D-AA5F-DD11C8292977}" srcOrd="1" destOrd="0" presId="urn:microsoft.com/office/officeart/2008/layout/VerticalCurvedList"/>
    <dgm:cxn modelId="{4651F3A4-6ACB-4397-A380-FAC04756792B}" type="presParOf" srcId="{0DBA7586-EC18-4D36-A6A0-5383D9BAA940}" destId="{C1E395DB-F95F-45B8-A654-EED3D96E78A3}" srcOrd="2" destOrd="0" presId="urn:microsoft.com/office/officeart/2008/layout/VerticalCurvedList"/>
    <dgm:cxn modelId="{6EE36A9B-A375-4E61-B46D-DBA55C94E35C}" type="presParOf" srcId="{C1E395DB-F95F-45B8-A654-EED3D96E78A3}" destId="{E870AE34-9354-4585-B9BC-A32190BA94EF}" srcOrd="0" destOrd="0" presId="urn:microsoft.com/office/officeart/2008/layout/VerticalCurvedList"/>
    <dgm:cxn modelId="{6CE281E4-514C-4054-A642-A53BDEAFB0AC}" type="presParOf" srcId="{0DBA7586-EC18-4D36-A6A0-5383D9BAA940}" destId="{7E5C1F36-654F-4C21-921D-E8A8A7406F0B}" srcOrd="3" destOrd="0" presId="urn:microsoft.com/office/officeart/2008/layout/VerticalCurvedList"/>
    <dgm:cxn modelId="{1D2DB543-4297-45DF-ADD3-B7192CED6072}" type="presParOf" srcId="{0DBA7586-EC18-4D36-A6A0-5383D9BAA940}" destId="{3B8545B6-4EFD-4EBD-99EF-850D01D524EC}" srcOrd="4" destOrd="0" presId="urn:microsoft.com/office/officeart/2008/layout/VerticalCurvedList"/>
    <dgm:cxn modelId="{5C634F3F-85B6-400F-B758-40D94F5B2DB5}" type="presParOf" srcId="{3B8545B6-4EFD-4EBD-99EF-850D01D524EC}" destId="{E8D32EE5-CE8F-497C-A769-6FEFA4A29569}" srcOrd="0" destOrd="0" presId="urn:microsoft.com/office/officeart/2008/layout/VerticalCurvedList"/>
    <dgm:cxn modelId="{334FB176-8A20-4DA4-8D0A-3D81BB7C2036}" type="presParOf" srcId="{0DBA7586-EC18-4D36-A6A0-5383D9BAA940}" destId="{A0F0587B-8BAE-42DA-9A30-F37E6BCFCDE2}" srcOrd="5" destOrd="0" presId="urn:microsoft.com/office/officeart/2008/layout/VerticalCurvedList"/>
    <dgm:cxn modelId="{36D52D18-7360-4611-B931-2B6ACC8E77BD}" type="presParOf" srcId="{0DBA7586-EC18-4D36-A6A0-5383D9BAA940}" destId="{E0AE23B9-6CB7-4B94-AE9B-BC92DCE00906}" srcOrd="6" destOrd="0" presId="urn:microsoft.com/office/officeart/2008/layout/VerticalCurvedList"/>
    <dgm:cxn modelId="{CA7602F8-6E83-4057-BC11-71FD827353AE}" type="presParOf" srcId="{E0AE23B9-6CB7-4B94-AE9B-BC92DCE00906}" destId="{74E64154-22C2-44ED-BAB2-C403B4588C93}" srcOrd="0" destOrd="0" presId="urn:microsoft.com/office/officeart/2008/layout/VerticalCurvedList"/>
    <dgm:cxn modelId="{25510E85-5BF8-43C9-9835-9AF7C1503FB0}" type="presParOf" srcId="{0DBA7586-EC18-4D36-A6A0-5383D9BAA940}" destId="{74E6BD57-CBB7-4F87-9993-5427A099DEF9}" srcOrd="7" destOrd="0" presId="urn:microsoft.com/office/officeart/2008/layout/VerticalCurvedList"/>
    <dgm:cxn modelId="{202A84FD-B62E-41BC-B6A3-4FD53CCAEB1C}" type="presParOf" srcId="{0DBA7586-EC18-4D36-A6A0-5383D9BAA940}" destId="{7F0AE36F-FDB2-4310-B3A8-7C488E63899A}" srcOrd="8" destOrd="0" presId="urn:microsoft.com/office/officeart/2008/layout/VerticalCurvedList"/>
    <dgm:cxn modelId="{640EFDA9-C15B-4D05-9F1B-D9D12917632F}" type="presParOf" srcId="{7F0AE36F-FDB2-4310-B3A8-7C488E63899A}" destId="{1BD2A7CD-F22D-4FA2-9318-1CA263E30C29}" srcOrd="0" destOrd="0" presId="urn:microsoft.com/office/officeart/2008/layout/VerticalCurvedList"/>
    <dgm:cxn modelId="{E94F45EB-EA2F-44BF-BC13-BEEA57AA9846}" type="presParOf" srcId="{0DBA7586-EC18-4D36-A6A0-5383D9BAA940}" destId="{4A85BEB7-0D9D-4233-AE3E-BD0596114D29}" srcOrd="9" destOrd="0" presId="urn:microsoft.com/office/officeart/2008/layout/VerticalCurvedList"/>
    <dgm:cxn modelId="{39B866BC-23EC-4869-B348-AA59B17EAEE6}" type="presParOf" srcId="{0DBA7586-EC18-4D36-A6A0-5383D9BAA940}" destId="{0D158757-0186-4C21-A3AD-256F72F28142}" srcOrd="10" destOrd="0" presId="urn:microsoft.com/office/officeart/2008/layout/VerticalCurvedList"/>
    <dgm:cxn modelId="{CD64C693-9123-4F56-8916-900BC9863438}" type="presParOf" srcId="{0D158757-0186-4C21-A3AD-256F72F28142}" destId="{26CC2916-800E-4EB0-8B80-7FC65CF3912F}" srcOrd="0" destOrd="0" presId="urn:microsoft.com/office/officeart/2008/layout/VerticalCurvedList"/>
    <dgm:cxn modelId="{4B9F27B0-02DA-4809-9BBA-E3611F313399}" type="presParOf" srcId="{0DBA7586-EC18-4D36-A6A0-5383D9BAA940}" destId="{EA0972FE-8D05-4825-BE8A-F11C221CDF53}" srcOrd="11" destOrd="0" presId="urn:microsoft.com/office/officeart/2008/layout/VerticalCurvedList"/>
    <dgm:cxn modelId="{B3146237-0605-4C6F-B68E-13658E873AC0}" type="presParOf" srcId="{0DBA7586-EC18-4D36-A6A0-5383D9BAA940}" destId="{B4BE9DC7-5A71-45D6-9F8F-89163B3861F2}" srcOrd="12" destOrd="0" presId="urn:microsoft.com/office/officeart/2008/layout/VerticalCurvedList"/>
    <dgm:cxn modelId="{BE6B3331-02AE-4FDB-9A5F-90587514EE86}" type="presParOf" srcId="{B4BE9DC7-5A71-45D6-9F8F-89163B3861F2}" destId="{A9D782AB-577D-437F-BA1E-E7A704DBBCBD}" srcOrd="0" destOrd="0" presId="urn:microsoft.com/office/officeart/2008/layout/VerticalCurvedList"/>
    <dgm:cxn modelId="{D1ABB4E7-AA8F-4095-B4B5-6362C004566F}" type="presParOf" srcId="{0DBA7586-EC18-4D36-A6A0-5383D9BAA940}" destId="{1DF3503E-F584-434A-A06B-41AB935F4937}" srcOrd="13" destOrd="0" presId="urn:microsoft.com/office/officeart/2008/layout/VerticalCurvedList"/>
    <dgm:cxn modelId="{F1910B22-FA8F-4FB9-B63C-26AE5F47D809}" type="presParOf" srcId="{0DBA7586-EC18-4D36-A6A0-5383D9BAA940}" destId="{532FF7CC-AC15-406B-AB5C-84C8BBE31FEB}" srcOrd="14" destOrd="0" presId="urn:microsoft.com/office/officeart/2008/layout/VerticalCurvedList"/>
    <dgm:cxn modelId="{51983086-3D08-43A4-9B29-463182E6FE4C}" type="presParOf" srcId="{532FF7CC-AC15-406B-AB5C-84C8BBE31FEB}" destId="{49A21BE7-AF9D-48F1-9B36-A996CBCB5F9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8CB1129-6B4C-4B24-847B-D79C7EDB8DFE}" type="doc">
      <dgm:prSet loTypeId="urn:microsoft.com/office/officeart/2005/8/layout/hProcess3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fr-BE"/>
        </a:p>
      </dgm:t>
    </dgm:pt>
    <dgm:pt modelId="{5FE61B21-749A-4261-BF9F-A05692E36512}">
      <dgm:prSet/>
      <dgm:spPr/>
      <dgm:t>
        <a:bodyPr/>
        <a:lstStyle/>
        <a:p>
          <a:r>
            <a:rPr lang="ro-RO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Thank you for your attention </a:t>
          </a:r>
          <a:endParaRPr lang="fr-BE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871CBD-9E0B-4592-90F6-D09F60C650F5}" type="parTrans" cxnId="{D844A34D-3CCA-47D2-896D-CEF84A8C957D}">
      <dgm:prSet/>
      <dgm:spPr/>
      <dgm:t>
        <a:bodyPr/>
        <a:lstStyle/>
        <a:p>
          <a:endParaRPr lang="fr-BE"/>
        </a:p>
      </dgm:t>
    </dgm:pt>
    <dgm:pt modelId="{D14E7A89-D79E-49EF-8B2E-4A6558592646}" type="sibTrans" cxnId="{D844A34D-3CCA-47D2-896D-CEF84A8C957D}">
      <dgm:prSet/>
      <dgm:spPr/>
      <dgm:t>
        <a:bodyPr/>
        <a:lstStyle/>
        <a:p>
          <a:endParaRPr lang="fr-BE"/>
        </a:p>
      </dgm:t>
    </dgm:pt>
    <dgm:pt modelId="{361C5BAC-00A8-4D00-9A34-F97256BCAD53}" type="pres">
      <dgm:prSet presAssocID="{88CB1129-6B4C-4B24-847B-D79C7EDB8DFE}" presName="Name0" presStyleCnt="0">
        <dgm:presLayoutVars>
          <dgm:dir/>
          <dgm:animLvl val="lvl"/>
          <dgm:resizeHandles val="exact"/>
        </dgm:presLayoutVars>
      </dgm:prSet>
      <dgm:spPr/>
    </dgm:pt>
    <dgm:pt modelId="{51F80EC3-F7D0-4EC1-93B2-678E33C5CD8F}" type="pres">
      <dgm:prSet presAssocID="{88CB1129-6B4C-4B24-847B-D79C7EDB8DFE}" presName="dummy" presStyleCnt="0"/>
      <dgm:spPr/>
    </dgm:pt>
    <dgm:pt modelId="{AF155F0F-BCE3-436B-BD4C-E4030AEE4DA0}" type="pres">
      <dgm:prSet presAssocID="{88CB1129-6B4C-4B24-847B-D79C7EDB8DFE}" presName="linH" presStyleCnt="0"/>
      <dgm:spPr/>
    </dgm:pt>
    <dgm:pt modelId="{1014EEA3-3971-4F73-8DE2-4EE7AF2B1C9E}" type="pres">
      <dgm:prSet presAssocID="{88CB1129-6B4C-4B24-847B-D79C7EDB8DFE}" presName="padding1" presStyleCnt="0"/>
      <dgm:spPr/>
    </dgm:pt>
    <dgm:pt modelId="{A086FEE9-E3C0-48A5-A167-E02BF87D8710}" type="pres">
      <dgm:prSet presAssocID="{5FE61B21-749A-4261-BF9F-A05692E36512}" presName="linV" presStyleCnt="0"/>
      <dgm:spPr/>
    </dgm:pt>
    <dgm:pt modelId="{8F86DD59-E815-4497-847F-F30463C7D133}" type="pres">
      <dgm:prSet presAssocID="{5FE61B21-749A-4261-BF9F-A05692E36512}" presName="spVertical1" presStyleCnt="0"/>
      <dgm:spPr/>
    </dgm:pt>
    <dgm:pt modelId="{2629E1B1-DF93-4F4A-B88E-FA59318F79F5}" type="pres">
      <dgm:prSet presAssocID="{5FE61B21-749A-4261-BF9F-A05692E36512}" presName="parTx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A4AC9E13-0290-4DB5-969A-3D42E28245BE}" type="pres">
      <dgm:prSet presAssocID="{5FE61B21-749A-4261-BF9F-A05692E36512}" presName="spVertical2" presStyleCnt="0"/>
      <dgm:spPr/>
    </dgm:pt>
    <dgm:pt modelId="{85786DCD-05B2-4E80-876B-1830F7E78FC6}" type="pres">
      <dgm:prSet presAssocID="{5FE61B21-749A-4261-BF9F-A05692E36512}" presName="spVertical3" presStyleCnt="0"/>
      <dgm:spPr/>
    </dgm:pt>
    <dgm:pt modelId="{81212E5E-924E-4273-98F9-BC8ABEE9CDE5}" type="pres">
      <dgm:prSet presAssocID="{88CB1129-6B4C-4B24-847B-D79C7EDB8DFE}" presName="padding2" presStyleCnt="0"/>
      <dgm:spPr/>
    </dgm:pt>
    <dgm:pt modelId="{26792967-CD09-43CE-A7C9-22BDD0A13E12}" type="pres">
      <dgm:prSet presAssocID="{88CB1129-6B4C-4B24-847B-D79C7EDB8DFE}" presName="negArrow" presStyleCnt="0"/>
      <dgm:spPr/>
    </dgm:pt>
    <dgm:pt modelId="{7A7CD3D8-1ED7-4891-BAB7-FB581B5AA0C9}" type="pres">
      <dgm:prSet presAssocID="{88CB1129-6B4C-4B24-847B-D79C7EDB8DFE}" presName="backgroundArrow" presStyleLbl="node1" presStyleIdx="0" presStyleCnt="1"/>
      <dgm:spPr/>
    </dgm:pt>
  </dgm:ptLst>
  <dgm:cxnLst>
    <dgm:cxn modelId="{D844A34D-3CCA-47D2-896D-CEF84A8C957D}" srcId="{88CB1129-6B4C-4B24-847B-D79C7EDB8DFE}" destId="{5FE61B21-749A-4261-BF9F-A05692E36512}" srcOrd="0" destOrd="0" parTransId="{47871CBD-9E0B-4592-90F6-D09F60C650F5}" sibTransId="{D14E7A89-D79E-49EF-8B2E-4A6558592646}"/>
    <dgm:cxn modelId="{60D19F98-3E53-4B01-BA2C-695DCB695016}" type="presOf" srcId="{88CB1129-6B4C-4B24-847B-D79C7EDB8DFE}" destId="{361C5BAC-00A8-4D00-9A34-F97256BCAD53}" srcOrd="0" destOrd="0" presId="urn:microsoft.com/office/officeart/2005/8/layout/hProcess3"/>
    <dgm:cxn modelId="{B03C09BA-BA3E-4D2B-975F-DB6E7328E779}" type="presOf" srcId="{5FE61B21-749A-4261-BF9F-A05692E36512}" destId="{2629E1B1-DF93-4F4A-B88E-FA59318F79F5}" srcOrd="0" destOrd="0" presId="urn:microsoft.com/office/officeart/2005/8/layout/hProcess3"/>
    <dgm:cxn modelId="{FED229B8-F5C2-4F14-946B-DE275BAAE9AC}" type="presParOf" srcId="{361C5BAC-00A8-4D00-9A34-F97256BCAD53}" destId="{51F80EC3-F7D0-4EC1-93B2-678E33C5CD8F}" srcOrd="0" destOrd="0" presId="urn:microsoft.com/office/officeart/2005/8/layout/hProcess3"/>
    <dgm:cxn modelId="{C772E2F0-405A-41AF-8A93-35F324129299}" type="presParOf" srcId="{361C5BAC-00A8-4D00-9A34-F97256BCAD53}" destId="{AF155F0F-BCE3-436B-BD4C-E4030AEE4DA0}" srcOrd="1" destOrd="0" presId="urn:microsoft.com/office/officeart/2005/8/layout/hProcess3"/>
    <dgm:cxn modelId="{0454E351-FED7-4F99-AFB2-021C36B9C2D9}" type="presParOf" srcId="{AF155F0F-BCE3-436B-BD4C-E4030AEE4DA0}" destId="{1014EEA3-3971-4F73-8DE2-4EE7AF2B1C9E}" srcOrd="0" destOrd="0" presId="urn:microsoft.com/office/officeart/2005/8/layout/hProcess3"/>
    <dgm:cxn modelId="{24A5B703-6771-4FC9-A6DD-808F0C4686DD}" type="presParOf" srcId="{AF155F0F-BCE3-436B-BD4C-E4030AEE4DA0}" destId="{A086FEE9-E3C0-48A5-A167-E02BF87D8710}" srcOrd="1" destOrd="0" presId="urn:microsoft.com/office/officeart/2005/8/layout/hProcess3"/>
    <dgm:cxn modelId="{606FA74D-4666-45D5-9DA2-C2422175E62A}" type="presParOf" srcId="{A086FEE9-E3C0-48A5-A167-E02BF87D8710}" destId="{8F86DD59-E815-4497-847F-F30463C7D133}" srcOrd="0" destOrd="0" presId="urn:microsoft.com/office/officeart/2005/8/layout/hProcess3"/>
    <dgm:cxn modelId="{BAC4038D-36A3-4B3D-9524-B539F0E5982B}" type="presParOf" srcId="{A086FEE9-E3C0-48A5-A167-E02BF87D8710}" destId="{2629E1B1-DF93-4F4A-B88E-FA59318F79F5}" srcOrd="1" destOrd="0" presId="urn:microsoft.com/office/officeart/2005/8/layout/hProcess3"/>
    <dgm:cxn modelId="{82B0A672-D4C6-4794-9502-160DCACFAC3E}" type="presParOf" srcId="{A086FEE9-E3C0-48A5-A167-E02BF87D8710}" destId="{A4AC9E13-0290-4DB5-969A-3D42E28245BE}" srcOrd="2" destOrd="0" presId="urn:microsoft.com/office/officeart/2005/8/layout/hProcess3"/>
    <dgm:cxn modelId="{73294DCE-BB99-4656-8B3B-5239DC6C5335}" type="presParOf" srcId="{A086FEE9-E3C0-48A5-A167-E02BF87D8710}" destId="{85786DCD-05B2-4E80-876B-1830F7E78FC6}" srcOrd="3" destOrd="0" presId="urn:microsoft.com/office/officeart/2005/8/layout/hProcess3"/>
    <dgm:cxn modelId="{6BF7EF9C-F4C4-4E82-9783-EF52D70BC4BB}" type="presParOf" srcId="{AF155F0F-BCE3-436B-BD4C-E4030AEE4DA0}" destId="{81212E5E-924E-4273-98F9-BC8ABEE9CDE5}" srcOrd="2" destOrd="0" presId="urn:microsoft.com/office/officeart/2005/8/layout/hProcess3"/>
    <dgm:cxn modelId="{7F7B8895-051D-4751-A856-4740A2311583}" type="presParOf" srcId="{AF155F0F-BCE3-436B-BD4C-E4030AEE4DA0}" destId="{26792967-CD09-43CE-A7C9-22BDD0A13E12}" srcOrd="3" destOrd="0" presId="urn:microsoft.com/office/officeart/2005/8/layout/hProcess3"/>
    <dgm:cxn modelId="{9838F362-4439-4F39-8FE9-4502198C8128}" type="presParOf" srcId="{AF155F0F-BCE3-436B-BD4C-E4030AEE4DA0}" destId="{7A7CD3D8-1ED7-4891-BAB7-FB581B5AA0C9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42A36-1FB5-427B-BC8A-B7ED0290C8C3}">
      <dsp:nvSpPr>
        <dsp:cNvPr id="0" name=""/>
        <dsp:cNvSpPr/>
      </dsp:nvSpPr>
      <dsp:spPr>
        <a:xfrm>
          <a:off x="468868" y="0"/>
          <a:ext cx="5313838" cy="34496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EF6CFB-1FAC-4D18-BE96-93CEF4A48465}">
      <dsp:nvSpPr>
        <dsp:cNvPr id="0" name=""/>
        <dsp:cNvSpPr/>
      </dsp:nvSpPr>
      <dsp:spPr>
        <a:xfrm>
          <a:off x="1927" y="326508"/>
          <a:ext cx="1962287" cy="27966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200" kern="1200" dirty="0"/>
            <a:t>🎯</a:t>
          </a:r>
          <a:r>
            <a:rPr lang="en-US" sz="1800" kern="1200" dirty="0"/>
            <a:t>Objective: Build a predictive model capable of estimating the price of a smartphone based on its technical characteristics and brand.</a:t>
          </a:r>
          <a:endParaRPr lang="fr-BE" sz="1800" kern="1200" dirty="0"/>
        </a:p>
      </dsp:txBody>
      <dsp:txXfrm>
        <a:off x="97718" y="422299"/>
        <a:ext cx="1770705" cy="2605039"/>
      </dsp:txXfrm>
    </dsp:sp>
    <dsp:sp modelId="{8352B427-363B-4976-9CAE-5AF257E5D99B}">
      <dsp:nvSpPr>
        <dsp:cNvPr id="0" name=""/>
        <dsp:cNvSpPr/>
      </dsp:nvSpPr>
      <dsp:spPr>
        <a:xfrm>
          <a:off x="2161714" y="326508"/>
          <a:ext cx="1854685" cy="27966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100" kern="1200" dirty="0"/>
            <a:t>💡 </a:t>
          </a:r>
          <a:r>
            <a:rPr lang="en-US" sz="1800" kern="1200" dirty="0"/>
            <a:t>Motivation: Provide a decision-support tool for buyers and sellers.</a:t>
          </a:r>
          <a:endParaRPr lang="fr-BE" sz="1800" kern="1200" dirty="0"/>
        </a:p>
      </dsp:txBody>
      <dsp:txXfrm>
        <a:off x="2252252" y="417046"/>
        <a:ext cx="1673609" cy="2615545"/>
      </dsp:txXfrm>
    </dsp:sp>
    <dsp:sp modelId="{B64D0797-D441-480B-B1FA-9E8B29640E66}">
      <dsp:nvSpPr>
        <dsp:cNvPr id="0" name=""/>
        <dsp:cNvSpPr/>
      </dsp:nvSpPr>
      <dsp:spPr>
        <a:xfrm>
          <a:off x="4213898" y="326508"/>
          <a:ext cx="2035748" cy="27966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 dirty="0"/>
            <a:t>🌐 </a:t>
          </a:r>
          <a:r>
            <a:rPr lang="en-US" sz="1800" kern="1200" dirty="0"/>
            <a:t>Domain: Market analysis and data science applied to e-commerce</a:t>
          </a:r>
          <a:r>
            <a:rPr lang="fr-BE" sz="1800" kern="1200" dirty="0"/>
            <a:t>.</a:t>
          </a:r>
        </a:p>
      </dsp:txBody>
      <dsp:txXfrm>
        <a:off x="4313275" y="425885"/>
        <a:ext cx="1836994" cy="25978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702231-759B-4DAB-9594-606F19C4BD4B}">
      <dsp:nvSpPr>
        <dsp:cNvPr id="0" name=""/>
        <dsp:cNvSpPr/>
      </dsp:nvSpPr>
      <dsp:spPr>
        <a:xfrm>
          <a:off x="-133444" y="69331"/>
          <a:ext cx="6163733" cy="6245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500" kern="1200" dirty="0"/>
            <a:t>📦 Source: </a:t>
          </a:r>
          <a:r>
            <a:rPr lang="fr-BE" sz="1500" kern="1200" dirty="0" err="1"/>
            <a:t>eMAG</a:t>
          </a:r>
          <a:r>
            <a:rPr lang="fr-BE" sz="1500" kern="1200" dirty="0"/>
            <a:t> </a:t>
          </a:r>
          <a:r>
            <a:rPr lang="fr-BE" sz="1500" kern="1200" dirty="0" err="1"/>
            <a:t>website</a:t>
          </a:r>
          <a:r>
            <a:rPr lang="fr-BE" sz="1500" kern="1200" dirty="0"/>
            <a:t> (https://www.emag.ro)</a:t>
          </a:r>
        </a:p>
      </dsp:txBody>
      <dsp:txXfrm>
        <a:off x="-115152" y="87623"/>
        <a:ext cx="5054356" cy="587937"/>
      </dsp:txXfrm>
    </dsp:sp>
    <dsp:sp modelId="{375FA67E-4FEE-41AE-AD2A-E5E1F1F9C037}">
      <dsp:nvSpPr>
        <dsp:cNvPr id="0" name=""/>
        <dsp:cNvSpPr/>
      </dsp:nvSpPr>
      <dsp:spPr>
        <a:xfrm>
          <a:off x="238474" y="915457"/>
          <a:ext cx="6163733" cy="5973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500" kern="1200" dirty="0"/>
            <a:t>⚙️ </a:t>
          </a:r>
          <a:r>
            <a:rPr lang="en-US" sz="1500" kern="1200" dirty="0"/>
            <a:t>Tools used: Python, Requests, </a:t>
          </a:r>
          <a:r>
            <a:rPr lang="en-US" sz="1500" kern="1200" dirty="0" err="1"/>
            <a:t>BeautifulSoup</a:t>
          </a:r>
          <a:r>
            <a:rPr lang="en-US" sz="1500" kern="1200" dirty="0"/>
            <a:t>, Pandas</a:t>
          </a:r>
          <a:r>
            <a:rPr lang="ro-RO" sz="1500" kern="1200" dirty="0"/>
            <a:t>.</a:t>
          </a:r>
          <a:endParaRPr lang="fr-BE" sz="1500" kern="1200" dirty="0"/>
        </a:p>
      </dsp:txBody>
      <dsp:txXfrm>
        <a:off x="255970" y="932953"/>
        <a:ext cx="4981473" cy="562364"/>
      </dsp:txXfrm>
    </dsp:sp>
    <dsp:sp modelId="{DDA5C3AF-FAEE-4AB5-ABD2-03A605ABF4F9}">
      <dsp:nvSpPr>
        <dsp:cNvPr id="0" name=""/>
        <dsp:cNvSpPr/>
      </dsp:nvSpPr>
      <dsp:spPr>
        <a:xfrm>
          <a:off x="642815" y="1678687"/>
          <a:ext cx="6163733" cy="6271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500" kern="1200" dirty="0"/>
            <a:t>📑 Main </a:t>
          </a:r>
          <a:r>
            <a:rPr lang="fr-BE" sz="1500" kern="1200" dirty="0" err="1"/>
            <a:t>steps</a:t>
          </a:r>
          <a:r>
            <a:rPr lang="fr-BE" sz="1500" kern="1200" dirty="0"/>
            <a:t>:</a:t>
          </a:r>
        </a:p>
      </dsp:txBody>
      <dsp:txXfrm>
        <a:off x="661185" y="1697057"/>
        <a:ext cx="4987430" cy="590450"/>
      </dsp:txXfrm>
    </dsp:sp>
    <dsp:sp modelId="{984EACAA-B26F-463A-88F6-D1468FA46C23}">
      <dsp:nvSpPr>
        <dsp:cNvPr id="0" name=""/>
        <dsp:cNvSpPr/>
      </dsp:nvSpPr>
      <dsp:spPr>
        <a:xfrm>
          <a:off x="1007154" y="2519042"/>
          <a:ext cx="6697512" cy="13861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 dirty="0"/>
            <a:t>- </a:t>
          </a:r>
          <a:r>
            <a:rPr lang="fr-BE" sz="1800" kern="1200" dirty="0" err="1"/>
            <a:t>Define</a:t>
          </a:r>
          <a:r>
            <a:rPr lang="fr-BE" sz="1800" kern="1200" dirty="0"/>
            <a:t> </a:t>
          </a:r>
          <a:r>
            <a:rPr lang="fr-BE" sz="1800" kern="1200" dirty="0" err="1"/>
            <a:t>search</a:t>
          </a:r>
          <a:r>
            <a:rPr lang="fr-BE" sz="1800" kern="1200" dirty="0"/>
            <a:t> URLs (e.g., '</a:t>
          </a:r>
          <a:r>
            <a:rPr lang="fr-BE" sz="1800" kern="1200" dirty="0" err="1"/>
            <a:t>telefoane</a:t>
          </a:r>
          <a:r>
            <a:rPr lang="fr-BE" sz="1800" kern="1200" dirty="0"/>
            <a:t>')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Extract title, price, RAM, storage, and brand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- Save data in CSV format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Clean missing values and remove duplicates</a:t>
          </a:r>
          <a:endParaRPr lang="fr-BE" sz="1800" kern="1200" dirty="0"/>
        </a:p>
      </dsp:txBody>
      <dsp:txXfrm>
        <a:off x="1047754" y="2559642"/>
        <a:ext cx="5369691" cy="1304994"/>
      </dsp:txXfrm>
    </dsp:sp>
    <dsp:sp modelId="{DEC7560D-6344-4D60-B8AA-668C27F275B4}">
      <dsp:nvSpPr>
        <dsp:cNvPr id="0" name=""/>
        <dsp:cNvSpPr/>
      </dsp:nvSpPr>
      <dsp:spPr>
        <a:xfrm>
          <a:off x="5399233" y="639750"/>
          <a:ext cx="631054" cy="63105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2900" kern="1200"/>
        </a:p>
      </dsp:txBody>
      <dsp:txXfrm>
        <a:off x="5541220" y="639750"/>
        <a:ext cx="347080" cy="474868"/>
      </dsp:txXfrm>
    </dsp:sp>
    <dsp:sp modelId="{129D0686-2142-488A-A9A4-3390B411B07A}">
      <dsp:nvSpPr>
        <dsp:cNvPr id="0" name=""/>
        <dsp:cNvSpPr/>
      </dsp:nvSpPr>
      <dsp:spPr>
        <a:xfrm>
          <a:off x="5915446" y="1787123"/>
          <a:ext cx="631054" cy="63105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2900" kern="1200"/>
        </a:p>
      </dsp:txBody>
      <dsp:txXfrm>
        <a:off x="6057433" y="1787123"/>
        <a:ext cx="347080" cy="474868"/>
      </dsp:txXfrm>
    </dsp:sp>
    <dsp:sp modelId="{B50809B9-AC69-4155-BAC5-112462016730}">
      <dsp:nvSpPr>
        <dsp:cNvPr id="0" name=""/>
        <dsp:cNvSpPr/>
      </dsp:nvSpPr>
      <dsp:spPr>
        <a:xfrm>
          <a:off x="6423954" y="2934495"/>
          <a:ext cx="631054" cy="63105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2900" kern="1200"/>
        </a:p>
      </dsp:txBody>
      <dsp:txXfrm>
        <a:off x="6565941" y="2934495"/>
        <a:ext cx="347080" cy="4748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3F616-2EB6-459D-BD03-98FA7D769E43}">
      <dsp:nvSpPr>
        <dsp:cNvPr id="0" name=""/>
        <dsp:cNvSpPr/>
      </dsp:nvSpPr>
      <dsp:spPr>
        <a:xfrm>
          <a:off x="-4840117" y="-741773"/>
          <a:ext cx="5764786" cy="5764786"/>
        </a:xfrm>
        <a:prstGeom prst="blockArc">
          <a:avLst>
            <a:gd name="adj1" fmla="val 18900000"/>
            <a:gd name="adj2" fmla="val 2700000"/>
            <a:gd name="adj3" fmla="val 375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BB36AD-F1EF-4A1B-9EA8-6AB25FE4929C}">
      <dsp:nvSpPr>
        <dsp:cNvPr id="0" name=""/>
        <dsp:cNvSpPr/>
      </dsp:nvSpPr>
      <dsp:spPr>
        <a:xfrm>
          <a:off x="484243" y="329141"/>
          <a:ext cx="7496457" cy="6586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2784" tIns="20320" rIns="20320" bIns="2032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800" kern="1200" dirty="0"/>
            <a:t>📊 </a:t>
          </a:r>
          <a:r>
            <a:rPr lang="en-US" sz="1800" kern="1200" dirty="0"/>
            <a:t>Dataset size: approximately 500–10</a:t>
          </a:r>
          <a:r>
            <a:rPr lang="ro-RO" sz="1800" kern="1200" dirty="0"/>
            <a:t>20</a:t>
          </a:r>
          <a:r>
            <a:rPr lang="en-US" sz="1800" kern="1200" dirty="0"/>
            <a:t> observations</a:t>
          </a:r>
          <a:endParaRPr lang="fr-BE" sz="1800" kern="1200" dirty="0"/>
        </a:p>
      </dsp:txBody>
      <dsp:txXfrm>
        <a:off x="484243" y="329141"/>
        <a:ext cx="7496457" cy="658625"/>
      </dsp:txXfrm>
    </dsp:sp>
    <dsp:sp modelId="{42D9FA25-4FA9-411B-A1A7-1C32F269B5BB}">
      <dsp:nvSpPr>
        <dsp:cNvPr id="0" name=""/>
        <dsp:cNvSpPr/>
      </dsp:nvSpPr>
      <dsp:spPr>
        <a:xfrm>
          <a:off x="72602" y="246813"/>
          <a:ext cx="823282" cy="8232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8867A-2D49-4BC0-A662-A45AD7B56770}">
      <dsp:nvSpPr>
        <dsp:cNvPr id="0" name=""/>
        <dsp:cNvSpPr/>
      </dsp:nvSpPr>
      <dsp:spPr>
        <a:xfrm>
          <a:off x="916806" y="1221543"/>
          <a:ext cx="7118852" cy="520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278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000" kern="1200" dirty="0"/>
            <a:t>📁 Main variables</a:t>
          </a:r>
          <a:r>
            <a:rPr lang="ro-RO" sz="800" kern="1200" dirty="0"/>
            <a:t>:</a:t>
          </a:r>
          <a:endParaRPr lang="fr-BE" sz="800" kern="1200" dirty="0"/>
        </a:p>
      </dsp:txBody>
      <dsp:txXfrm>
        <a:off x="916806" y="1221543"/>
        <a:ext cx="7118852" cy="520189"/>
      </dsp:txXfrm>
    </dsp:sp>
    <dsp:sp modelId="{0F57EC7A-547D-47EB-B9CF-52269B40DA4F}">
      <dsp:nvSpPr>
        <dsp:cNvPr id="0" name=""/>
        <dsp:cNvSpPr/>
      </dsp:nvSpPr>
      <dsp:spPr>
        <a:xfrm>
          <a:off x="450207" y="1234923"/>
          <a:ext cx="823282" cy="8232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2D0FA-7042-4DD8-8A90-C4DC309FFAB9}">
      <dsp:nvSpPr>
        <dsp:cNvPr id="0" name=""/>
        <dsp:cNvSpPr/>
      </dsp:nvSpPr>
      <dsp:spPr>
        <a:xfrm>
          <a:off x="915738" y="1940259"/>
          <a:ext cx="7118852" cy="13567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2784" tIns="20320" rIns="20320" bIns="2032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800" kern="1200" dirty="0"/>
            <a:t>- </a:t>
          </a:r>
          <a:r>
            <a:rPr lang="fr-BE" sz="1800" kern="1200" dirty="0" err="1"/>
            <a:t>price</a:t>
          </a:r>
          <a:r>
            <a:rPr lang="fr-BE" sz="1800" kern="1200" dirty="0"/>
            <a:t>: phone </a:t>
          </a:r>
          <a:r>
            <a:rPr lang="fr-BE" sz="1800" kern="1200" dirty="0" err="1"/>
            <a:t>pric</a:t>
          </a:r>
          <a:r>
            <a:rPr lang="ro-RO" sz="1800" kern="1200" dirty="0"/>
            <a:t>e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 dirty="0" err="1"/>
            <a:t>storage</a:t>
          </a:r>
          <a:r>
            <a:rPr lang="fr-BE" sz="1800" kern="1200" dirty="0"/>
            <a:t>: </a:t>
          </a:r>
          <a:r>
            <a:rPr lang="fr-BE" sz="1800" kern="1200" dirty="0" err="1"/>
            <a:t>storage</a:t>
          </a:r>
          <a:r>
            <a:rPr lang="fr-BE" sz="1800" kern="1200" dirty="0"/>
            <a:t> </a:t>
          </a:r>
          <a:r>
            <a:rPr lang="fr-BE" sz="1800" kern="1200" dirty="0" err="1"/>
            <a:t>capacity</a:t>
          </a:r>
          <a:r>
            <a:rPr lang="fr-BE" sz="1800" kern="1200" dirty="0"/>
            <a:t> (GB</a:t>
          </a:r>
          <a:r>
            <a:rPr lang="ro-RO" sz="1800" kern="1200" dirty="0"/>
            <a:t>)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 dirty="0"/>
            <a:t>- ram: RAM size (GB</a:t>
          </a:r>
          <a:r>
            <a:rPr lang="ro-RO" sz="1800" kern="1200" dirty="0"/>
            <a:t>)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 dirty="0"/>
            <a:t>- brand: phone brand (Samsung, Xiaomi, </a:t>
          </a:r>
          <a:r>
            <a:rPr lang="fr-BE" sz="1800" kern="1200" dirty="0" err="1"/>
            <a:t>etc</a:t>
          </a:r>
          <a:endParaRPr lang="fr-BE" sz="1800" kern="1200" dirty="0"/>
        </a:p>
      </dsp:txBody>
      <dsp:txXfrm>
        <a:off x="915738" y="1940259"/>
        <a:ext cx="7118852" cy="1356782"/>
      </dsp:txXfrm>
    </dsp:sp>
    <dsp:sp modelId="{5B49AB4A-200F-4AA0-981D-FDF5E0972C9C}">
      <dsp:nvSpPr>
        <dsp:cNvPr id="0" name=""/>
        <dsp:cNvSpPr/>
      </dsp:nvSpPr>
      <dsp:spPr>
        <a:xfrm>
          <a:off x="450207" y="2223033"/>
          <a:ext cx="823282" cy="8232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228B9-A774-4546-BE64-05740A7E3C71}">
      <dsp:nvSpPr>
        <dsp:cNvPr id="0" name=""/>
        <dsp:cNvSpPr/>
      </dsp:nvSpPr>
      <dsp:spPr>
        <a:xfrm>
          <a:off x="461379" y="3462436"/>
          <a:ext cx="7496457" cy="6586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278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900" kern="1200" dirty="0"/>
            <a:t>📈 </a:t>
          </a:r>
          <a:r>
            <a:rPr lang="en-US" sz="1900" kern="1200" dirty="0"/>
            <a:t>The dataset was cleaned and prepared for statistical analysis.</a:t>
          </a:r>
          <a:endParaRPr lang="fr-BE" sz="1900" kern="1200" dirty="0"/>
        </a:p>
      </dsp:txBody>
      <dsp:txXfrm>
        <a:off x="461379" y="3462436"/>
        <a:ext cx="7496457" cy="658625"/>
      </dsp:txXfrm>
    </dsp:sp>
    <dsp:sp modelId="{3876916A-AC34-4C9E-A20C-243F1BEB3093}">
      <dsp:nvSpPr>
        <dsp:cNvPr id="0" name=""/>
        <dsp:cNvSpPr/>
      </dsp:nvSpPr>
      <dsp:spPr>
        <a:xfrm>
          <a:off x="72602" y="3211144"/>
          <a:ext cx="823282" cy="8232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FDF462-9715-47AD-A96C-BA8325942F68}">
      <dsp:nvSpPr>
        <dsp:cNvPr id="0" name=""/>
        <dsp:cNvSpPr/>
      </dsp:nvSpPr>
      <dsp:spPr>
        <a:xfrm>
          <a:off x="0" y="331859"/>
          <a:ext cx="770466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82300-6970-415F-8A50-526EA82CAE76}">
      <dsp:nvSpPr>
        <dsp:cNvPr id="0" name=""/>
        <dsp:cNvSpPr/>
      </dsp:nvSpPr>
      <dsp:spPr>
        <a:xfrm>
          <a:off x="385233" y="95699"/>
          <a:ext cx="539326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853" tIns="0" rIns="2038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kern="1200" dirty="0"/>
            <a:t>🔍 </a:t>
          </a:r>
          <a:r>
            <a:rPr lang="en-US" sz="1600" kern="1200" dirty="0"/>
            <a:t>Analysis of relationships between variables</a:t>
          </a:r>
          <a:r>
            <a:rPr lang="fr-BE" sz="1600" kern="1200" dirty="0"/>
            <a:t>:</a:t>
          </a:r>
        </a:p>
      </dsp:txBody>
      <dsp:txXfrm>
        <a:off x="408290" y="118756"/>
        <a:ext cx="5347152" cy="426206"/>
      </dsp:txXfrm>
    </dsp:sp>
    <dsp:sp modelId="{4202FF72-E76E-4127-A70C-B75D73E96BB7}">
      <dsp:nvSpPr>
        <dsp:cNvPr id="0" name=""/>
        <dsp:cNvSpPr/>
      </dsp:nvSpPr>
      <dsp:spPr>
        <a:xfrm>
          <a:off x="0" y="1057619"/>
          <a:ext cx="770466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02C48-593E-48EF-922B-4D321ADE34BC}">
      <dsp:nvSpPr>
        <dsp:cNvPr id="0" name=""/>
        <dsp:cNvSpPr/>
      </dsp:nvSpPr>
      <dsp:spPr>
        <a:xfrm>
          <a:off x="385233" y="821459"/>
          <a:ext cx="539326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853" tIns="0" rIns="2038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kern="1200" dirty="0"/>
            <a:t>- </a:t>
          </a:r>
          <a:r>
            <a:rPr lang="en-US" sz="1600" kern="1200" dirty="0"/>
            <a:t>Correlation between RAM and price</a:t>
          </a:r>
          <a:r>
            <a:rPr lang="ro-RO" sz="1600" kern="1200" dirty="0"/>
            <a:t>;</a:t>
          </a:r>
          <a:endParaRPr lang="fr-BE" sz="1600" kern="1200" dirty="0"/>
        </a:p>
      </dsp:txBody>
      <dsp:txXfrm>
        <a:off x="408290" y="844516"/>
        <a:ext cx="5347152" cy="426206"/>
      </dsp:txXfrm>
    </dsp:sp>
    <dsp:sp modelId="{E70EA0A5-4654-4C37-94F7-AFEC7117A5D0}">
      <dsp:nvSpPr>
        <dsp:cNvPr id="0" name=""/>
        <dsp:cNvSpPr/>
      </dsp:nvSpPr>
      <dsp:spPr>
        <a:xfrm>
          <a:off x="0" y="1783379"/>
          <a:ext cx="770466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5C7716-2708-4999-A982-4DE9FF5FF8F3}">
      <dsp:nvSpPr>
        <dsp:cNvPr id="0" name=""/>
        <dsp:cNvSpPr/>
      </dsp:nvSpPr>
      <dsp:spPr>
        <a:xfrm>
          <a:off x="385233" y="1547219"/>
          <a:ext cx="539326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853" tIns="0" rIns="2038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kern="1200" dirty="0"/>
            <a:t>- </a:t>
          </a:r>
          <a:r>
            <a:rPr lang="en-US" sz="1600" kern="1200" dirty="0"/>
            <a:t>Brand influence on average price</a:t>
          </a:r>
          <a:r>
            <a:rPr lang="ro-RO" sz="1600" kern="1200" dirty="0"/>
            <a:t>;</a:t>
          </a:r>
          <a:endParaRPr lang="fr-BE" sz="1600" kern="1200" dirty="0"/>
        </a:p>
      </dsp:txBody>
      <dsp:txXfrm>
        <a:off x="408290" y="1570276"/>
        <a:ext cx="5347152" cy="426206"/>
      </dsp:txXfrm>
    </dsp:sp>
    <dsp:sp modelId="{5F337E20-DF11-4E9A-B638-10189AE94A23}">
      <dsp:nvSpPr>
        <dsp:cNvPr id="0" name=""/>
        <dsp:cNvSpPr/>
      </dsp:nvSpPr>
      <dsp:spPr>
        <a:xfrm>
          <a:off x="0" y="2509139"/>
          <a:ext cx="770466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BA3B22-2B6F-4200-8994-8BCE1214A8B0}">
      <dsp:nvSpPr>
        <dsp:cNvPr id="0" name=""/>
        <dsp:cNvSpPr/>
      </dsp:nvSpPr>
      <dsp:spPr>
        <a:xfrm>
          <a:off x="385233" y="2272979"/>
          <a:ext cx="539326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853" tIns="0" rIns="2038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kern="1200" dirty="0"/>
            <a:t>- </a:t>
          </a:r>
          <a:r>
            <a:rPr lang="en-US" sz="1600" kern="1200" dirty="0"/>
            <a:t>Price distribution by product category</a:t>
          </a:r>
          <a:r>
            <a:rPr lang="ro-RO" sz="1600" kern="1200" dirty="0"/>
            <a:t>.</a:t>
          </a:r>
          <a:endParaRPr lang="fr-BE" sz="1600" kern="1200" dirty="0"/>
        </a:p>
      </dsp:txBody>
      <dsp:txXfrm>
        <a:off x="408290" y="2296036"/>
        <a:ext cx="5347152" cy="426206"/>
      </dsp:txXfrm>
    </dsp:sp>
    <dsp:sp modelId="{EFED98B8-8139-4E2E-9A49-F88B9947987B}">
      <dsp:nvSpPr>
        <dsp:cNvPr id="0" name=""/>
        <dsp:cNvSpPr/>
      </dsp:nvSpPr>
      <dsp:spPr>
        <a:xfrm>
          <a:off x="0" y="3234899"/>
          <a:ext cx="770466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A63B4-229C-4F17-B657-2C6AFD0DF1D3}">
      <dsp:nvSpPr>
        <dsp:cNvPr id="0" name=""/>
        <dsp:cNvSpPr/>
      </dsp:nvSpPr>
      <dsp:spPr>
        <a:xfrm>
          <a:off x="385233" y="2987139"/>
          <a:ext cx="539326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853" tIns="0" rIns="2038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300" kern="1200" dirty="0"/>
            <a:t>📉 </a:t>
          </a:r>
          <a:r>
            <a:rPr lang="en-US" sz="1600" kern="1200" dirty="0"/>
            <a:t>Visualizations used: histograms, boxplots, scatter plots.</a:t>
          </a:r>
          <a:endParaRPr lang="fr-BE" sz="1300" kern="1200" dirty="0"/>
        </a:p>
      </dsp:txBody>
      <dsp:txXfrm>
        <a:off x="408290" y="3010196"/>
        <a:ext cx="5347152" cy="4262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2550D-4E30-48BA-9387-AD7E02EEE50B}">
      <dsp:nvSpPr>
        <dsp:cNvPr id="0" name=""/>
        <dsp:cNvSpPr/>
      </dsp:nvSpPr>
      <dsp:spPr>
        <a:xfrm>
          <a:off x="0" y="0"/>
          <a:ext cx="5001260" cy="837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kern="1200" dirty="0"/>
            <a:t>🧠 </a:t>
          </a:r>
          <a:r>
            <a:rPr lang="fr-BE" sz="1800" kern="1200" dirty="0" err="1"/>
            <a:t>Models</a:t>
          </a:r>
          <a:r>
            <a:rPr lang="fr-BE" sz="1800" kern="1200" dirty="0"/>
            <a:t> </a:t>
          </a:r>
          <a:r>
            <a:rPr lang="fr-BE" sz="1800" kern="1200" dirty="0" err="1"/>
            <a:t>tested</a:t>
          </a:r>
          <a:r>
            <a:rPr lang="fr-BE" sz="1800" kern="1200" dirty="0"/>
            <a:t>:</a:t>
          </a:r>
          <a:endParaRPr lang="fr-BE" sz="1600" kern="1200" dirty="0"/>
        </a:p>
      </dsp:txBody>
      <dsp:txXfrm>
        <a:off x="24538" y="24538"/>
        <a:ext cx="4026409" cy="788729"/>
      </dsp:txXfrm>
    </dsp:sp>
    <dsp:sp modelId="{46BD4EC9-11FF-4B63-96B5-15B7B853C89A}">
      <dsp:nvSpPr>
        <dsp:cNvPr id="0" name=""/>
        <dsp:cNvSpPr/>
      </dsp:nvSpPr>
      <dsp:spPr>
        <a:xfrm>
          <a:off x="418855" y="947996"/>
          <a:ext cx="5001260" cy="9220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500" kern="1200" dirty="0"/>
            <a:t>- </a:t>
          </a:r>
          <a:r>
            <a:rPr lang="fr-BE" sz="1800" kern="1200" dirty="0" err="1"/>
            <a:t>Linear</a:t>
          </a:r>
          <a:r>
            <a:rPr lang="fr-BE" sz="1800" kern="1200" dirty="0"/>
            <a:t> </a:t>
          </a:r>
          <a:r>
            <a:rPr lang="fr-BE" sz="1800" kern="1200" dirty="0" err="1"/>
            <a:t>Regression</a:t>
          </a:r>
          <a:r>
            <a:rPr lang="ro-RO" sz="1800" kern="1200" dirty="0"/>
            <a:t>;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 dirty="0"/>
            <a:t>- </a:t>
          </a:r>
          <a:r>
            <a:rPr lang="fr-BE" sz="1800" kern="1200" dirty="0" err="1"/>
            <a:t>Random</a:t>
          </a:r>
          <a:r>
            <a:rPr lang="fr-BE" sz="1800" kern="1200" dirty="0"/>
            <a:t> Forest </a:t>
          </a:r>
          <a:r>
            <a:rPr lang="fr-BE" sz="1800" kern="1200" dirty="0" err="1"/>
            <a:t>Regressor</a:t>
          </a:r>
          <a:r>
            <a:rPr lang="ro-RO" sz="1800" kern="1200" dirty="0"/>
            <a:t>;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 dirty="0"/>
            <a:t>- </a:t>
          </a:r>
          <a:r>
            <a:rPr lang="fr-BE" sz="1800" kern="1200" dirty="0" err="1"/>
            <a:t>XGBoost</a:t>
          </a:r>
          <a:r>
            <a:rPr lang="ro-RO" sz="1800" kern="1200" dirty="0"/>
            <a:t>.</a:t>
          </a:r>
          <a:endParaRPr lang="fr-BE" sz="1800" kern="1200" dirty="0"/>
        </a:p>
      </dsp:txBody>
      <dsp:txXfrm>
        <a:off x="445862" y="975003"/>
        <a:ext cx="3983817" cy="868066"/>
      </dsp:txXfrm>
    </dsp:sp>
    <dsp:sp modelId="{6C7F0F0F-DB2D-4A2D-B957-1C69F539F0C4}">
      <dsp:nvSpPr>
        <dsp:cNvPr id="0" name=""/>
        <dsp:cNvSpPr/>
      </dsp:nvSpPr>
      <dsp:spPr>
        <a:xfrm>
          <a:off x="831459" y="1980267"/>
          <a:ext cx="5001260" cy="837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🎯 Goal: Minimize prediction error (RMSE) and achieve a robust model.</a:t>
          </a:r>
          <a:endParaRPr lang="fr-BE" sz="1800" kern="1200" dirty="0"/>
        </a:p>
      </dsp:txBody>
      <dsp:txXfrm>
        <a:off x="855997" y="2004805"/>
        <a:ext cx="3995006" cy="788729"/>
      </dsp:txXfrm>
    </dsp:sp>
    <dsp:sp modelId="{139026D6-CBBD-4615-90FB-361D43C50945}">
      <dsp:nvSpPr>
        <dsp:cNvPr id="0" name=""/>
        <dsp:cNvSpPr/>
      </dsp:nvSpPr>
      <dsp:spPr>
        <a:xfrm>
          <a:off x="1250315" y="2970400"/>
          <a:ext cx="5001260" cy="837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📈 Expected results: Accurate price estimation based on technical features</a:t>
          </a:r>
          <a:r>
            <a:rPr lang="ro-RO" sz="1600" kern="1200" dirty="0"/>
            <a:t>.</a:t>
          </a:r>
          <a:endParaRPr lang="fr-BE" sz="1600" kern="1200" dirty="0"/>
        </a:p>
      </dsp:txBody>
      <dsp:txXfrm>
        <a:off x="1274853" y="2994938"/>
        <a:ext cx="3988755" cy="788729"/>
      </dsp:txXfrm>
    </dsp:sp>
    <dsp:sp modelId="{13490F60-A0B7-4866-A8AC-5725F6B25C2D}">
      <dsp:nvSpPr>
        <dsp:cNvPr id="0" name=""/>
        <dsp:cNvSpPr/>
      </dsp:nvSpPr>
      <dsp:spPr>
        <a:xfrm>
          <a:off x="4456686" y="641682"/>
          <a:ext cx="544573" cy="54457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2500" kern="1200"/>
        </a:p>
      </dsp:txBody>
      <dsp:txXfrm>
        <a:off x="4579215" y="641682"/>
        <a:ext cx="299515" cy="409791"/>
      </dsp:txXfrm>
    </dsp:sp>
    <dsp:sp modelId="{509EB1CE-AA7A-428E-894D-700690420C7E}">
      <dsp:nvSpPr>
        <dsp:cNvPr id="0" name=""/>
        <dsp:cNvSpPr/>
      </dsp:nvSpPr>
      <dsp:spPr>
        <a:xfrm>
          <a:off x="4875542" y="1631816"/>
          <a:ext cx="544573" cy="54457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2500" kern="1200"/>
        </a:p>
      </dsp:txBody>
      <dsp:txXfrm>
        <a:off x="4998071" y="1631816"/>
        <a:ext cx="299515" cy="409791"/>
      </dsp:txXfrm>
    </dsp:sp>
    <dsp:sp modelId="{72BC98D8-4F5F-4185-A7CB-A6C65EBC154D}">
      <dsp:nvSpPr>
        <dsp:cNvPr id="0" name=""/>
        <dsp:cNvSpPr/>
      </dsp:nvSpPr>
      <dsp:spPr>
        <a:xfrm>
          <a:off x="5288146" y="2621949"/>
          <a:ext cx="544573" cy="54457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2500" kern="1200"/>
        </a:p>
      </dsp:txBody>
      <dsp:txXfrm>
        <a:off x="5410675" y="2621949"/>
        <a:ext cx="299515" cy="4097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BAB87-9AD5-479C-AA26-798FE7B76E9D}">
      <dsp:nvSpPr>
        <dsp:cNvPr id="0" name=""/>
        <dsp:cNvSpPr/>
      </dsp:nvSpPr>
      <dsp:spPr>
        <a:xfrm>
          <a:off x="-5077137" y="-778107"/>
          <a:ext cx="6048701" cy="6048701"/>
        </a:xfrm>
        <a:prstGeom prst="blockArc">
          <a:avLst>
            <a:gd name="adj1" fmla="val 18900000"/>
            <a:gd name="adj2" fmla="val 2700000"/>
            <a:gd name="adj3" fmla="val 357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726FA0-4867-454D-AA5F-DD11C8292977}">
      <dsp:nvSpPr>
        <dsp:cNvPr id="0" name=""/>
        <dsp:cNvSpPr/>
      </dsp:nvSpPr>
      <dsp:spPr>
        <a:xfrm>
          <a:off x="315514" y="109330"/>
          <a:ext cx="7329544" cy="4390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070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300" kern="1200" dirty="0"/>
            <a:t>✅ </a:t>
          </a:r>
          <a:r>
            <a:rPr lang="fr-BE" sz="1800" kern="1200" dirty="0" err="1"/>
            <a:t>Summary</a:t>
          </a:r>
          <a:r>
            <a:rPr lang="fr-BE" sz="1300" kern="1200" dirty="0"/>
            <a:t>:</a:t>
          </a:r>
        </a:p>
      </dsp:txBody>
      <dsp:txXfrm>
        <a:off x="315514" y="109330"/>
        <a:ext cx="7329544" cy="439048"/>
      </dsp:txXfrm>
    </dsp:sp>
    <dsp:sp modelId="{E870AE34-9354-4585-B9BC-A32190BA94EF}">
      <dsp:nvSpPr>
        <dsp:cNvPr id="0" name=""/>
        <dsp:cNvSpPr/>
      </dsp:nvSpPr>
      <dsp:spPr>
        <a:xfrm>
          <a:off x="59974" y="153193"/>
          <a:ext cx="510346" cy="510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C1F36-654F-4C21-921D-E8A8A7406F0B}">
      <dsp:nvSpPr>
        <dsp:cNvPr id="0" name=""/>
        <dsp:cNvSpPr/>
      </dsp:nvSpPr>
      <dsp:spPr>
        <a:xfrm>
          <a:off x="744854" y="680622"/>
          <a:ext cx="6959812" cy="343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070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 </a:t>
          </a:r>
          <a:r>
            <a:rPr lang="en-US" sz="1800" kern="1200" dirty="0"/>
            <a:t>Data collected via web scraping</a:t>
          </a:r>
          <a:r>
            <a:rPr lang="ro-RO" sz="1800" kern="1200" dirty="0"/>
            <a:t>;</a:t>
          </a:r>
          <a:endParaRPr lang="fr-BE" sz="1800" kern="1200" dirty="0"/>
        </a:p>
      </dsp:txBody>
      <dsp:txXfrm>
        <a:off x="744854" y="680622"/>
        <a:ext cx="6959812" cy="343107"/>
      </dsp:txXfrm>
    </dsp:sp>
    <dsp:sp modelId="{E8D32EE5-CE8F-497C-A769-6FEFA4A29569}">
      <dsp:nvSpPr>
        <dsp:cNvPr id="0" name=""/>
        <dsp:cNvSpPr/>
      </dsp:nvSpPr>
      <dsp:spPr>
        <a:xfrm>
          <a:off x="429706" y="765968"/>
          <a:ext cx="510346" cy="510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0587B-8BAE-42DA-9A30-F37E6BCFCDE2}">
      <dsp:nvSpPr>
        <dsp:cNvPr id="0" name=""/>
        <dsp:cNvSpPr/>
      </dsp:nvSpPr>
      <dsp:spPr>
        <a:xfrm>
          <a:off x="947465" y="1197276"/>
          <a:ext cx="6757201" cy="4082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07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Successful preprocessing and exploratory analysis</a:t>
          </a:r>
          <a:r>
            <a:rPr lang="ro-RO" sz="1500" kern="1200" dirty="0"/>
            <a:t>;</a:t>
          </a:r>
          <a:endParaRPr lang="fr-BE" sz="1500" kern="1200" dirty="0"/>
        </a:p>
      </dsp:txBody>
      <dsp:txXfrm>
        <a:off x="947465" y="1197276"/>
        <a:ext cx="6757201" cy="408277"/>
      </dsp:txXfrm>
    </dsp:sp>
    <dsp:sp modelId="{74E64154-22C2-44ED-BAB2-C403B4588C93}">
      <dsp:nvSpPr>
        <dsp:cNvPr id="0" name=""/>
        <dsp:cNvSpPr/>
      </dsp:nvSpPr>
      <dsp:spPr>
        <a:xfrm>
          <a:off x="632317" y="1378294"/>
          <a:ext cx="510346" cy="510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6BD57-CBB7-4F87-9993-5427A099DEF9}">
      <dsp:nvSpPr>
        <dsp:cNvPr id="0" name=""/>
        <dsp:cNvSpPr/>
      </dsp:nvSpPr>
      <dsp:spPr>
        <a:xfrm>
          <a:off x="1012147" y="1843322"/>
          <a:ext cx="6692509" cy="4082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070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 </a:t>
          </a:r>
          <a:r>
            <a:rPr lang="en-US" sz="1800" kern="1200" dirty="0"/>
            <a:t>Predictive model with approximately 85% accuracy</a:t>
          </a:r>
          <a:r>
            <a:rPr lang="ro-RO" sz="1500" kern="1200" dirty="0"/>
            <a:t>.</a:t>
          </a:r>
          <a:endParaRPr lang="fr-BE" sz="1500" kern="1200" dirty="0"/>
        </a:p>
      </dsp:txBody>
      <dsp:txXfrm>
        <a:off x="1012147" y="1843322"/>
        <a:ext cx="6692509" cy="408277"/>
      </dsp:txXfrm>
    </dsp:sp>
    <dsp:sp modelId="{1BD2A7CD-F22D-4FA2-9318-1CA263E30C29}">
      <dsp:nvSpPr>
        <dsp:cNvPr id="0" name=""/>
        <dsp:cNvSpPr/>
      </dsp:nvSpPr>
      <dsp:spPr>
        <a:xfrm>
          <a:off x="697009" y="1991069"/>
          <a:ext cx="510346" cy="510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5BEB7-0D9D-4233-AE3E-BD0596114D29}">
      <dsp:nvSpPr>
        <dsp:cNvPr id="0" name=""/>
        <dsp:cNvSpPr/>
      </dsp:nvSpPr>
      <dsp:spPr>
        <a:xfrm>
          <a:off x="947465" y="2456093"/>
          <a:ext cx="6757201" cy="4082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070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500" kern="1200" dirty="0"/>
            <a:t>🚀 </a:t>
          </a:r>
          <a:r>
            <a:rPr lang="fr-BE" sz="1800" kern="1200" dirty="0"/>
            <a:t>Future </a:t>
          </a:r>
          <a:r>
            <a:rPr lang="fr-BE" sz="1800" kern="1200" dirty="0" err="1"/>
            <a:t>work</a:t>
          </a:r>
          <a:r>
            <a:rPr lang="fr-BE" sz="1800" kern="1200" dirty="0"/>
            <a:t>:</a:t>
          </a:r>
        </a:p>
      </dsp:txBody>
      <dsp:txXfrm>
        <a:off x="947465" y="2456093"/>
        <a:ext cx="6757201" cy="408277"/>
      </dsp:txXfrm>
    </dsp:sp>
    <dsp:sp modelId="{26CC2916-800E-4EB0-8B80-7FC65CF3912F}">
      <dsp:nvSpPr>
        <dsp:cNvPr id="0" name=""/>
        <dsp:cNvSpPr/>
      </dsp:nvSpPr>
      <dsp:spPr>
        <a:xfrm>
          <a:off x="632317" y="2603844"/>
          <a:ext cx="510346" cy="510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0972FE-8D05-4825-BE8A-F11C221CDF53}">
      <dsp:nvSpPr>
        <dsp:cNvPr id="0" name=""/>
        <dsp:cNvSpPr/>
      </dsp:nvSpPr>
      <dsp:spPr>
        <a:xfrm>
          <a:off x="744854" y="3056175"/>
          <a:ext cx="6959812" cy="4122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070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 </a:t>
          </a:r>
          <a:r>
            <a:rPr lang="en-US" sz="1800" kern="1200" dirty="0"/>
            <a:t>Increase dataset size for better accuracy</a:t>
          </a:r>
          <a:r>
            <a:rPr lang="ro-RO" sz="1500" kern="1200" dirty="0"/>
            <a:t>;</a:t>
          </a:r>
        </a:p>
      </dsp:txBody>
      <dsp:txXfrm>
        <a:off x="744854" y="3056175"/>
        <a:ext cx="6959812" cy="412270"/>
      </dsp:txXfrm>
    </dsp:sp>
    <dsp:sp modelId="{A9D782AB-577D-437F-BA1E-E7A704DBBCBD}">
      <dsp:nvSpPr>
        <dsp:cNvPr id="0" name=""/>
        <dsp:cNvSpPr/>
      </dsp:nvSpPr>
      <dsp:spPr>
        <a:xfrm>
          <a:off x="429706" y="3216170"/>
          <a:ext cx="510346" cy="510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3503E-F584-434A-A06B-41AB935F4937}">
      <dsp:nvSpPr>
        <dsp:cNvPr id="0" name=""/>
        <dsp:cNvSpPr/>
      </dsp:nvSpPr>
      <dsp:spPr>
        <a:xfrm>
          <a:off x="375103" y="3618170"/>
          <a:ext cx="7329544" cy="5662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070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500" kern="1200" dirty="0"/>
            <a:t>- </a:t>
          </a:r>
          <a:r>
            <a:rPr lang="fr-BE" sz="1800" kern="1200" dirty="0" err="1"/>
            <a:t>Optimize</a:t>
          </a:r>
          <a:r>
            <a:rPr lang="fr-BE" sz="1800" kern="1200" dirty="0"/>
            <a:t> model </a:t>
          </a:r>
          <a:r>
            <a:rPr lang="fr-BE" sz="1800" kern="1200" dirty="0" err="1"/>
            <a:t>hyperparameters</a:t>
          </a:r>
          <a:endParaRPr lang="fr-BE" sz="18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Develop an interactive web application for price estimation</a:t>
          </a:r>
          <a:r>
            <a:rPr lang="en-US" sz="1500" kern="1200" dirty="0"/>
            <a:t>.</a:t>
          </a:r>
          <a:endParaRPr lang="fr-BE" sz="1500" kern="1200" dirty="0"/>
        </a:p>
      </dsp:txBody>
      <dsp:txXfrm>
        <a:off x="375103" y="3618170"/>
        <a:ext cx="7329544" cy="566202"/>
      </dsp:txXfrm>
    </dsp:sp>
    <dsp:sp modelId="{49A21BE7-AF9D-48F1-9B36-A996CBCB5F99}">
      <dsp:nvSpPr>
        <dsp:cNvPr id="0" name=""/>
        <dsp:cNvSpPr/>
      </dsp:nvSpPr>
      <dsp:spPr>
        <a:xfrm>
          <a:off x="59974" y="3828945"/>
          <a:ext cx="510346" cy="510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7CD3D8-1ED7-4891-BAB7-FB581B5AA0C9}">
      <dsp:nvSpPr>
        <dsp:cNvPr id="0" name=""/>
        <dsp:cNvSpPr/>
      </dsp:nvSpPr>
      <dsp:spPr>
        <a:xfrm>
          <a:off x="0" y="731064"/>
          <a:ext cx="4421170" cy="1728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29E1B1-DF93-4F4A-B88E-FA59318F79F5}">
      <dsp:nvSpPr>
        <dsp:cNvPr id="0" name=""/>
        <dsp:cNvSpPr/>
      </dsp:nvSpPr>
      <dsp:spPr>
        <a:xfrm>
          <a:off x="356629" y="1163064"/>
          <a:ext cx="3622423" cy="86400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43840" rIns="0" bIns="2438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Thank you for your attention </a:t>
          </a:r>
          <a:endParaRPr lang="fr-BE" sz="24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6629" y="1163064"/>
        <a:ext cx="3622423" cy="86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F95ABD-9A75-092E-B33B-280469C8BB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C62EC-AEEA-E944-2B36-2349C4E3E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B4451-1764-4F72-9A40-82E5FAD6B443}" type="datetimeFigureOut">
              <a:rPr lang="fr-BE" smtClean="0"/>
              <a:t>15-11-25</a:t>
            </a:fld>
            <a:endParaRPr lang="fr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F8438-CE93-74D4-884A-3F2F736D4C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D749B-6D27-804C-40F3-9EF5597E13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D79E6-ECB4-4079-85FE-040145AA074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301846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491" y="796631"/>
            <a:ext cx="6251304" cy="2700706"/>
          </a:xfrm>
        </p:spPr>
        <p:txBody>
          <a:bodyPr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91" y="3497337"/>
            <a:ext cx="6251304" cy="1011489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3490" y="329308"/>
            <a:ext cx="3719283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7760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9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1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2" y="1756130"/>
            <a:ext cx="6251302" cy="195227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318" y="3708400"/>
            <a:ext cx="6251302" cy="1110725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25130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1" y="2013936"/>
            <a:ext cx="2965632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162" y="2013936"/>
            <a:ext cx="2965424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2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2513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2965631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2965631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270" y="2023004"/>
            <a:ext cx="2965523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270" y="2821491"/>
            <a:ext cx="2965523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47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0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3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406519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506719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1501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9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9" y="1129513"/>
            <a:ext cx="308049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 defTabSz="914400">
              <a:spcBef>
                <a:spcPts val="180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07607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082905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08208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4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8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2373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2" y="798974"/>
            <a:ext cx="4985762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4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3622291"/>
            <a:ext cx="9144000" cy="251227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" b="-2769"/>
          <a:stretch/>
        </p:blipFill>
        <p:spPr>
          <a:xfrm>
            <a:off x="0" y="6135624"/>
            <a:ext cx="9144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251303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25130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650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371928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4768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081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436" y="2705493"/>
            <a:ext cx="6947127" cy="128929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Price Prediction on eMAG Platform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9754" y="5675244"/>
            <a:ext cx="3148552" cy="542792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Proiect: IAPD</a:t>
            </a:r>
            <a:endParaRPr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283166-2136-4B08-C039-4A57DBA74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635" y="0"/>
            <a:ext cx="1307478" cy="979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EC9589-014F-D16F-B9B3-760260A4C1B6}"/>
              </a:ext>
            </a:extLst>
          </p:cNvPr>
          <p:cNvSpPr txBox="1"/>
          <p:nvPr/>
        </p:nvSpPr>
        <p:spPr>
          <a:xfrm flipH="1">
            <a:off x="7196916" y="5453406"/>
            <a:ext cx="1424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 Mama</a:t>
            </a:r>
            <a:endParaRPr lang="fr-BE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C43D48-6877-04D8-116D-06352104322C}"/>
              </a:ext>
            </a:extLst>
          </p:cNvPr>
          <p:cNvSpPr txBox="1"/>
          <p:nvPr/>
        </p:nvSpPr>
        <p:spPr>
          <a:xfrm flipH="1">
            <a:off x="7196917" y="5801355"/>
            <a:ext cx="190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Alberto Radu</a:t>
            </a:r>
            <a:endParaRPr lang="fr-BE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533C1-9564-5817-6639-CEBBC653169E}"/>
              </a:ext>
            </a:extLst>
          </p:cNvPr>
          <p:cNvSpPr txBox="1"/>
          <p:nvPr/>
        </p:nvSpPr>
        <p:spPr>
          <a:xfrm>
            <a:off x="45719" y="1404594"/>
            <a:ext cx="879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Automation and Computers</a:t>
            </a:r>
          </a:p>
          <a:p>
            <a:pPr algn="ctr"/>
            <a:r>
              <a:rPr lang="ro-RO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(Master1: Data Science )</a:t>
            </a:r>
            <a:endParaRPr lang="fr-BE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B34F5-58BC-BC26-B941-FB388791C86E}"/>
              </a:ext>
            </a:extLst>
          </p:cNvPr>
          <p:cNvSpPr txBox="1"/>
          <p:nvPr/>
        </p:nvSpPr>
        <p:spPr>
          <a:xfrm>
            <a:off x="45718" y="5778632"/>
            <a:ext cx="222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Prof: Mihai Dascalu</a:t>
            </a:r>
            <a:endParaRPr lang="fr-BE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1. </a:t>
            </a:r>
            <a:r>
              <a:rPr lang="fr-BE" dirty="0"/>
              <a:t>Project </a:t>
            </a:r>
            <a:r>
              <a:rPr lang="fr-BE" dirty="0" err="1"/>
              <a:t>Overview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B137FB-51A2-634F-9D1A-F5891CF75C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599289"/>
              </p:ext>
            </p:extLst>
          </p:nvPr>
        </p:nvGraphicFramePr>
        <p:xfrm>
          <a:off x="1443038" y="2016125"/>
          <a:ext cx="62515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2. </a:t>
            </a:r>
            <a:r>
              <a:rPr lang="fr-BE" dirty="0"/>
              <a:t>Data Collection and </a:t>
            </a:r>
            <a:r>
              <a:rPr lang="fr-BE" dirty="0" err="1"/>
              <a:t>Preprocessing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0A1D47-E723-E350-917C-517A0B742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927469"/>
              </p:ext>
            </p:extLst>
          </p:nvPr>
        </p:nvGraphicFramePr>
        <p:xfrm>
          <a:off x="982133" y="1987827"/>
          <a:ext cx="7704667" cy="4412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88A93B8-37C0-8BC1-2CA4-7C1D125E7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9144000" cy="6142383"/>
          </a:xfrm>
        </p:spPr>
      </p:pic>
    </p:spTree>
    <p:extLst>
      <p:ext uri="{BB962C8B-B14F-4D97-AF65-F5344CB8AC3E}">
        <p14:creationId xmlns:p14="http://schemas.microsoft.com/office/powerpoint/2010/main" val="36928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lang="fr-BE" dirty="0" err="1"/>
              <a:t>Dataset</a:t>
            </a:r>
            <a:r>
              <a:rPr lang="fr-BE" dirty="0"/>
              <a:t> Description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F46660-31E9-605E-2766-A32830337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7477753"/>
              </p:ext>
            </p:extLst>
          </p:nvPr>
        </p:nvGraphicFramePr>
        <p:xfrm>
          <a:off x="982133" y="1772240"/>
          <a:ext cx="8039319" cy="4281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6BAF105-6308-C2EB-97CB-3B2735603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" y="-616225"/>
            <a:ext cx="8925339" cy="669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993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4. </a:t>
            </a:r>
            <a:r>
              <a:rPr lang="fr-BE" dirty="0" err="1"/>
              <a:t>Exploratory</a:t>
            </a:r>
            <a:r>
              <a:rPr lang="fr-BE" dirty="0"/>
              <a:t> Data </a:t>
            </a:r>
            <a:r>
              <a:rPr lang="fr-BE" dirty="0" err="1"/>
              <a:t>Analysis</a:t>
            </a:r>
            <a:endParaRPr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C0F278-766F-14C4-0924-C11E5CB3CF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8301466"/>
              </p:ext>
            </p:extLst>
          </p:nvPr>
        </p:nvGraphicFramePr>
        <p:xfrm>
          <a:off x="982133" y="2319681"/>
          <a:ext cx="7704667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5. </a:t>
            </a:r>
            <a:r>
              <a:rPr lang="fr-BE" dirty="0" err="1"/>
              <a:t>Predictive</a:t>
            </a:r>
            <a:r>
              <a:rPr lang="fr-BE" dirty="0"/>
              <a:t> Modeling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30F7CE-E864-89AB-AEB2-447010DEB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0467712"/>
              </p:ext>
            </p:extLst>
          </p:nvPr>
        </p:nvGraphicFramePr>
        <p:xfrm>
          <a:off x="1443038" y="2016124"/>
          <a:ext cx="6251575" cy="3808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804520"/>
            <a:ext cx="7096539" cy="1049235"/>
          </a:xfrm>
        </p:spPr>
        <p:txBody>
          <a:bodyPr/>
          <a:lstStyle/>
          <a:p>
            <a:r>
              <a:rPr dirty="0"/>
              <a:t>6. </a:t>
            </a:r>
            <a:r>
              <a:rPr lang="fr-BE" dirty="0"/>
              <a:t>Conclusions and Future Work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F572F7-864D-D55A-98ED-C0A2C2FE7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9000064"/>
              </p:ext>
            </p:extLst>
          </p:nvPr>
        </p:nvGraphicFramePr>
        <p:xfrm>
          <a:off x="982133" y="1948071"/>
          <a:ext cx="7704667" cy="4492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F8E5142-5965-9D52-992C-59D48905EB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9377454"/>
              </p:ext>
            </p:extLst>
          </p:nvPr>
        </p:nvGraphicFramePr>
        <p:xfrm>
          <a:off x="3261675" y="1711808"/>
          <a:ext cx="4421170" cy="3190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90305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43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167</TotalTime>
  <Words>363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Rockwell</vt:lpstr>
      <vt:lpstr>Times New Roman</vt:lpstr>
      <vt:lpstr>Gallery</vt:lpstr>
      <vt:lpstr>Smartphone Price Prediction on eMAG Platform</vt:lpstr>
      <vt:lpstr>1. Project Overview</vt:lpstr>
      <vt:lpstr>2. Data Collection and Preprocessing</vt:lpstr>
      <vt:lpstr>PowerPoint Presentation</vt:lpstr>
      <vt:lpstr>3. Dataset Description</vt:lpstr>
      <vt:lpstr>PowerPoint Presentation</vt:lpstr>
      <vt:lpstr>4. Exploratory Data Analysis</vt:lpstr>
      <vt:lpstr>5. Predictive Modeling</vt:lpstr>
      <vt:lpstr>6. Conclusions and Future Work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ryzen 5th</dc:creator>
  <cp:keywords/>
  <dc:description>generated using python-pptx</dc:description>
  <cp:lastModifiedBy>Mama Lo</cp:lastModifiedBy>
  <cp:revision>4</cp:revision>
  <dcterms:created xsi:type="dcterms:W3CDTF">2013-01-27T09:14:16Z</dcterms:created>
  <dcterms:modified xsi:type="dcterms:W3CDTF">2025-11-15T08:59:22Z</dcterms:modified>
  <cp:category/>
</cp:coreProperties>
</file>